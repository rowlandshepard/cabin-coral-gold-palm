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0" r:id="rId1"/>
  </p:sldMasterIdLst>
  <p:notesMasterIdLst>
    <p:notesMasterId r:id="rId52"/>
  </p:notesMasterIdLst>
  <p:handoutMasterIdLst>
    <p:handoutMasterId r:id="rId53"/>
  </p:handoutMasterIdLst>
  <p:sldIdLst>
    <p:sldId id="485" r:id="rId2"/>
    <p:sldId id="1000" r:id="rId3"/>
    <p:sldId id="498" r:id="rId4"/>
    <p:sldId id="623" r:id="rId5"/>
    <p:sldId id="624" r:id="rId6"/>
    <p:sldId id="625" r:id="rId7"/>
    <p:sldId id="626" r:id="rId8"/>
    <p:sldId id="627" r:id="rId9"/>
    <p:sldId id="655" r:id="rId10"/>
    <p:sldId id="628" r:id="rId11"/>
    <p:sldId id="629" r:id="rId12"/>
    <p:sldId id="630" r:id="rId13"/>
    <p:sldId id="631" r:id="rId14"/>
    <p:sldId id="632" r:id="rId15"/>
    <p:sldId id="633" r:id="rId16"/>
    <p:sldId id="634" r:id="rId17"/>
    <p:sldId id="635" r:id="rId18"/>
    <p:sldId id="636" r:id="rId19"/>
    <p:sldId id="637" r:id="rId20"/>
    <p:sldId id="638" r:id="rId21"/>
    <p:sldId id="639" r:id="rId22"/>
    <p:sldId id="640" r:id="rId23"/>
    <p:sldId id="641" r:id="rId24"/>
    <p:sldId id="642" r:id="rId25"/>
    <p:sldId id="643" r:id="rId26"/>
    <p:sldId id="644" r:id="rId27"/>
    <p:sldId id="645" r:id="rId28"/>
    <p:sldId id="991" r:id="rId29"/>
    <p:sldId id="646" r:id="rId30"/>
    <p:sldId id="647" r:id="rId31"/>
    <p:sldId id="648" r:id="rId32"/>
    <p:sldId id="560" r:id="rId33"/>
    <p:sldId id="559" r:id="rId34"/>
    <p:sldId id="482" r:id="rId35"/>
    <p:sldId id="486" r:id="rId36"/>
    <p:sldId id="520" r:id="rId37"/>
    <p:sldId id="489" r:id="rId38"/>
    <p:sldId id="574" r:id="rId39"/>
    <p:sldId id="571" r:id="rId40"/>
    <p:sldId id="578" r:id="rId41"/>
    <p:sldId id="575" r:id="rId42"/>
    <p:sldId id="576" r:id="rId43"/>
    <p:sldId id="579" r:id="rId44"/>
    <p:sldId id="996" r:id="rId45"/>
    <p:sldId id="507" r:id="rId46"/>
    <p:sldId id="508" r:id="rId47"/>
    <p:sldId id="509" r:id="rId48"/>
    <p:sldId id="510" r:id="rId49"/>
    <p:sldId id="511" r:id="rId50"/>
    <p:sldId id="581" r:id="rId51"/>
  </p:sldIdLst>
  <p:sldSz cx="9144000" cy="6858000" type="screen4x3"/>
  <p:notesSz cx="6858000" cy="9144000"/>
  <p:custDataLst>
    <p:tags r:id="rId54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30">
          <p15:clr>
            <a:srgbClr val="A4A3A4"/>
          </p15:clr>
        </p15:guide>
        <p15:guide id="2" pos="107">
          <p15:clr>
            <a:srgbClr val="A4A3A4"/>
          </p15:clr>
        </p15:guide>
        <p15:guide id="3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82EE"/>
    <a:srgbClr val="F002F0"/>
    <a:srgbClr val="00F7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494"/>
    <p:restoredTop sz="66039"/>
  </p:normalViewPr>
  <p:slideViewPr>
    <p:cSldViewPr snapToGrid="0">
      <p:cViewPr varScale="1">
        <p:scale>
          <a:sx n="67" d="100"/>
          <a:sy n="67" d="100"/>
        </p:scale>
        <p:origin x="1480" y="168"/>
      </p:cViewPr>
      <p:guideLst>
        <p:guide orient="horz" pos="1030"/>
        <p:guide pos="107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70" d="100"/>
          <a:sy n="70" d="100"/>
        </p:scale>
        <p:origin x="2992" y="1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handoutMaster" Target="handoutMasters/handoutMaster1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anda Bailey" userId="f95cb44c-0b1c-4fd4-84ea-f3ed26a226ee" providerId="ADAL" clId="{063F2DA6-E26A-D446-BB4C-483264F0E1B2}"/>
    <pc:docChg chg="custSel addSld delSld modSld">
      <pc:chgData name="Amanda Bailey" userId="f95cb44c-0b1c-4fd4-84ea-f3ed26a226ee" providerId="ADAL" clId="{063F2DA6-E26A-D446-BB4C-483264F0E1B2}" dt="2019-12-24T00:07:34.397" v="139" actId="207"/>
      <pc:docMkLst>
        <pc:docMk/>
      </pc:docMkLst>
      <pc:sldChg chg="modSp">
        <pc:chgData name="Amanda Bailey" userId="f95cb44c-0b1c-4fd4-84ea-f3ed26a226ee" providerId="ADAL" clId="{063F2DA6-E26A-D446-BB4C-483264F0E1B2}" dt="2019-12-24T00:06:58.943" v="133" actId="207"/>
        <pc:sldMkLst>
          <pc:docMk/>
          <pc:sldMk cId="1635780948" sldId="482"/>
        </pc:sldMkLst>
        <pc:spChg chg="mod">
          <ac:chgData name="Amanda Bailey" userId="f95cb44c-0b1c-4fd4-84ea-f3ed26a226ee" providerId="ADAL" clId="{063F2DA6-E26A-D446-BB4C-483264F0E1B2}" dt="2019-12-24T00:06:58.943" v="133" actId="207"/>
          <ac:spMkLst>
            <pc:docMk/>
            <pc:sldMk cId="1635780948" sldId="482"/>
            <ac:spMk id="14339" creationId="{00000000-0000-0000-0000-000000000000}"/>
          </ac:spMkLst>
        </pc:spChg>
      </pc:sldChg>
      <pc:sldChg chg="modSp">
        <pc:chgData name="Amanda Bailey" userId="f95cb44c-0b1c-4fd4-84ea-f3ed26a226ee" providerId="ADAL" clId="{063F2DA6-E26A-D446-BB4C-483264F0E1B2}" dt="2019-12-24T00:07:03.882" v="134" actId="207"/>
        <pc:sldMkLst>
          <pc:docMk/>
          <pc:sldMk cId="817854208" sldId="486"/>
        </pc:sldMkLst>
        <pc:spChg chg="mod">
          <ac:chgData name="Amanda Bailey" userId="f95cb44c-0b1c-4fd4-84ea-f3ed26a226ee" providerId="ADAL" clId="{063F2DA6-E26A-D446-BB4C-483264F0E1B2}" dt="2019-12-24T00:07:03.882" v="134" actId="207"/>
          <ac:spMkLst>
            <pc:docMk/>
            <pc:sldMk cId="817854208" sldId="486"/>
            <ac:spMk id="3" creationId="{00000000-0000-0000-0000-000000000000}"/>
          </ac:spMkLst>
        </pc:spChg>
      </pc:sldChg>
      <pc:sldChg chg="modSp">
        <pc:chgData name="Amanda Bailey" userId="f95cb44c-0b1c-4fd4-84ea-f3ed26a226ee" providerId="ADAL" clId="{063F2DA6-E26A-D446-BB4C-483264F0E1B2}" dt="2019-12-24T00:07:08.957" v="135" actId="207"/>
        <pc:sldMkLst>
          <pc:docMk/>
          <pc:sldMk cId="1955534699" sldId="489"/>
        </pc:sldMkLst>
        <pc:spChg chg="mod">
          <ac:chgData name="Amanda Bailey" userId="f95cb44c-0b1c-4fd4-84ea-f3ed26a226ee" providerId="ADAL" clId="{063F2DA6-E26A-D446-BB4C-483264F0E1B2}" dt="2019-12-24T00:07:08.957" v="135" actId="207"/>
          <ac:spMkLst>
            <pc:docMk/>
            <pc:sldMk cId="1955534699" sldId="489"/>
            <ac:spMk id="2" creationId="{00000000-0000-0000-0000-000000000000}"/>
          </ac:spMkLst>
        </pc:spChg>
      </pc:sldChg>
      <pc:sldChg chg="modSp">
        <pc:chgData name="Amanda Bailey" userId="f95cb44c-0b1c-4fd4-84ea-f3ed26a226ee" providerId="ADAL" clId="{063F2DA6-E26A-D446-BB4C-483264F0E1B2}" dt="2019-12-24T00:07:27.906" v="138" actId="207"/>
        <pc:sldMkLst>
          <pc:docMk/>
          <pc:sldMk cId="957942615" sldId="507"/>
        </pc:sldMkLst>
        <pc:spChg chg="mod">
          <ac:chgData name="Amanda Bailey" userId="f95cb44c-0b1c-4fd4-84ea-f3ed26a226ee" providerId="ADAL" clId="{063F2DA6-E26A-D446-BB4C-483264F0E1B2}" dt="2019-12-24T00:07:27.906" v="138" actId="207"/>
          <ac:spMkLst>
            <pc:docMk/>
            <pc:sldMk cId="957942615" sldId="507"/>
            <ac:spMk id="3" creationId="{00000000-0000-0000-0000-000000000000}"/>
          </ac:spMkLst>
        </pc:spChg>
      </pc:sldChg>
      <pc:sldChg chg="modSp">
        <pc:chgData name="Amanda Bailey" userId="f95cb44c-0b1c-4fd4-84ea-f3ed26a226ee" providerId="ADAL" clId="{063F2DA6-E26A-D446-BB4C-483264F0E1B2}" dt="2019-12-24T00:06:51.935" v="132" actId="207"/>
        <pc:sldMkLst>
          <pc:docMk/>
          <pc:sldMk cId="37613646" sldId="559"/>
        </pc:sldMkLst>
        <pc:spChg chg="mod">
          <ac:chgData name="Amanda Bailey" userId="f95cb44c-0b1c-4fd4-84ea-f3ed26a226ee" providerId="ADAL" clId="{063F2DA6-E26A-D446-BB4C-483264F0E1B2}" dt="2019-12-24T00:06:51.935" v="132" actId="207"/>
          <ac:spMkLst>
            <pc:docMk/>
            <pc:sldMk cId="37613646" sldId="559"/>
            <ac:spMk id="11" creationId="{00000000-0000-0000-0000-000000000000}"/>
          </ac:spMkLst>
        </pc:spChg>
      </pc:sldChg>
      <pc:sldChg chg="modSp">
        <pc:chgData name="Amanda Bailey" userId="f95cb44c-0b1c-4fd4-84ea-f3ed26a226ee" providerId="ADAL" clId="{063F2DA6-E26A-D446-BB4C-483264F0E1B2}" dt="2019-12-24T00:06:45.264" v="131" actId="207"/>
        <pc:sldMkLst>
          <pc:docMk/>
          <pc:sldMk cId="1208392006" sldId="560"/>
        </pc:sldMkLst>
        <pc:spChg chg="mod">
          <ac:chgData name="Amanda Bailey" userId="f95cb44c-0b1c-4fd4-84ea-f3ed26a226ee" providerId="ADAL" clId="{063F2DA6-E26A-D446-BB4C-483264F0E1B2}" dt="2019-12-24T00:06:45.264" v="131" actId="207"/>
          <ac:spMkLst>
            <pc:docMk/>
            <pc:sldMk cId="1208392006" sldId="560"/>
            <ac:spMk id="15" creationId="{00000000-0000-0000-0000-000000000000}"/>
          </ac:spMkLst>
        </pc:spChg>
      </pc:sldChg>
      <pc:sldChg chg="modSp">
        <pc:chgData name="Amanda Bailey" userId="f95cb44c-0b1c-4fd4-84ea-f3ed26a226ee" providerId="ADAL" clId="{063F2DA6-E26A-D446-BB4C-483264F0E1B2}" dt="2019-12-24T00:07:12.537" v="136" actId="207"/>
        <pc:sldMkLst>
          <pc:docMk/>
          <pc:sldMk cId="2528482561" sldId="571"/>
        </pc:sldMkLst>
        <pc:spChg chg="mod">
          <ac:chgData name="Amanda Bailey" userId="f95cb44c-0b1c-4fd4-84ea-f3ed26a226ee" providerId="ADAL" clId="{063F2DA6-E26A-D446-BB4C-483264F0E1B2}" dt="2019-12-24T00:07:12.537" v="136" actId="207"/>
          <ac:spMkLst>
            <pc:docMk/>
            <pc:sldMk cId="2528482561" sldId="571"/>
            <ac:spMk id="2" creationId="{00000000-0000-0000-0000-000000000000}"/>
          </ac:spMkLst>
        </pc:spChg>
      </pc:sldChg>
      <pc:sldChg chg="modSp">
        <pc:chgData name="Amanda Bailey" userId="f95cb44c-0b1c-4fd4-84ea-f3ed26a226ee" providerId="ADAL" clId="{063F2DA6-E26A-D446-BB4C-483264F0E1B2}" dt="2019-12-24T00:07:16.521" v="137" actId="207"/>
        <pc:sldMkLst>
          <pc:docMk/>
          <pc:sldMk cId="2058034381" sldId="576"/>
        </pc:sldMkLst>
        <pc:spChg chg="mod">
          <ac:chgData name="Amanda Bailey" userId="f95cb44c-0b1c-4fd4-84ea-f3ed26a226ee" providerId="ADAL" clId="{063F2DA6-E26A-D446-BB4C-483264F0E1B2}" dt="2019-12-24T00:07:16.521" v="137" actId="207"/>
          <ac:spMkLst>
            <pc:docMk/>
            <pc:sldMk cId="2058034381" sldId="576"/>
            <ac:spMk id="2" creationId="{00000000-0000-0000-0000-000000000000}"/>
          </ac:spMkLst>
        </pc:spChg>
      </pc:sldChg>
      <pc:sldChg chg="modSp">
        <pc:chgData name="Amanda Bailey" userId="f95cb44c-0b1c-4fd4-84ea-f3ed26a226ee" providerId="ADAL" clId="{063F2DA6-E26A-D446-BB4C-483264F0E1B2}" dt="2019-12-24T00:07:34.397" v="139" actId="207"/>
        <pc:sldMkLst>
          <pc:docMk/>
          <pc:sldMk cId="2199415134" sldId="581"/>
        </pc:sldMkLst>
        <pc:spChg chg="mod">
          <ac:chgData name="Amanda Bailey" userId="f95cb44c-0b1c-4fd4-84ea-f3ed26a226ee" providerId="ADAL" clId="{063F2DA6-E26A-D446-BB4C-483264F0E1B2}" dt="2019-12-24T00:07:34.397" v="139" actId="207"/>
          <ac:spMkLst>
            <pc:docMk/>
            <pc:sldMk cId="2199415134" sldId="581"/>
            <ac:spMk id="4" creationId="{F5AEA71A-2707-0947-9DD6-4B3DE4FBAFCA}"/>
          </ac:spMkLst>
        </pc:spChg>
      </pc:sldChg>
      <pc:sldChg chg="modSp">
        <pc:chgData name="Amanda Bailey" userId="f95cb44c-0b1c-4fd4-84ea-f3ed26a226ee" providerId="ADAL" clId="{063F2DA6-E26A-D446-BB4C-483264F0E1B2}" dt="2019-12-24T00:05:02.217" v="113" actId="207"/>
        <pc:sldMkLst>
          <pc:docMk/>
          <pc:sldMk cId="0" sldId="624"/>
        </pc:sldMkLst>
        <pc:spChg chg="mod">
          <ac:chgData name="Amanda Bailey" userId="f95cb44c-0b1c-4fd4-84ea-f3ed26a226ee" providerId="ADAL" clId="{063F2DA6-E26A-D446-BB4C-483264F0E1B2}" dt="2019-12-24T00:05:02.217" v="113" actId="207"/>
          <ac:spMkLst>
            <pc:docMk/>
            <pc:sldMk cId="0" sldId="624"/>
            <ac:spMk id="101377" creationId="{BB768089-83EA-BA42-9686-07011E1949C5}"/>
          </ac:spMkLst>
        </pc:spChg>
      </pc:sldChg>
      <pc:sldChg chg="modSp">
        <pc:chgData name="Amanda Bailey" userId="f95cb44c-0b1c-4fd4-84ea-f3ed26a226ee" providerId="ADAL" clId="{063F2DA6-E26A-D446-BB4C-483264F0E1B2}" dt="2019-12-24T00:05:06.876" v="114" actId="207"/>
        <pc:sldMkLst>
          <pc:docMk/>
          <pc:sldMk cId="0" sldId="625"/>
        </pc:sldMkLst>
        <pc:spChg chg="mod">
          <ac:chgData name="Amanda Bailey" userId="f95cb44c-0b1c-4fd4-84ea-f3ed26a226ee" providerId="ADAL" clId="{063F2DA6-E26A-D446-BB4C-483264F0E1B2}" dt="2019-12-24T00:05:06.876" v="114" actId="207"/>
          <ac:spMkLst>
            <pc:docMk/>
            <pc:sldMk cId="0" sldId="625"/>
            <ac:spMk id="24577" creationId="{53F57E9E-22DD-4837-B981-ECE0FD0DCD19}"/>
          </ac:spMkLst>
        </pc:spChg>
      </pc:sldChg>
      <pc:sldChg chg="modSp">
        <pc:chgData name="Amanda Bailey" userId="f95cb44c-0b1c-4fd4-84ea-f3ed26a226ee" providerId="ADAL" clId="{063F2DA6-E26A-D446-BB4C-483264F0E1B2}" dt="2019-12-24T00:05:10.804" v="115" actId="207"/>
        <pc:sldMkLst>
          <pc:docMk/>
          <pc:sldMk cId="0" sldId="626"/>
        </pc:sldMkLst>
        <pc:spChg chg="mod">
          <ac:chgData name="Amanda Bailey" userId="f95cb44c-0b1c-4fd4-84ea-f3ed26a226ee" providerId="ADAL" clId="{063F2DA6-E26A-D446-BB4C-483264F0E1B2}" dt="2019-12-24T00:05:10.804" v="115" actId="207"/>
          <ac:spMkLst>
            <pc:docMk/>
            <pc:sldMk cId="0" sldId="626"/>
            <ac:spMk id="26625" creationId="{A3997E40-320B-437E-B236-77EFE2FA3551}"/>
          </ac:spMkLst>
        </pc:spChg>
      </pc:sldChg>
      <pc:sldChg chg="modSp">
        <pc:chgData name="Amanda Bailey" userId="f95cb44c-0b1c-4fd4-84ea-f3ed26a226ee" providerId="ADAL" clId="{063F2DA6-E26A-D446-BB4C-483264F0E1B2}" dt="2019-12-24T00:05:29.238" v="117" actId="207"/>
        <pc:sldMkLst>
          <pc:docMk/>
          <pc:sldMk cId="0" sldId="629"/>
        </pc:sldMkLst>
        <pc:spChg chg="mod">
          <ac:chgData name="Amanda Bailey" userId="f95cb44c-0b1c-4fd4-84ea-f3ed26a226ee" providerId="ADAL" clId="{063F2DA6-E26A-D446-BB4C-483264F0E1B2}" dt="2019-12-24T00:05:29.238" v="117" actId="207"/>
          <ac:spMkLst>
            <pc:docMk/>
            <pc:sldMk cId="0" sldId="629"/>
            <ac:spMk id="17" creationId="{3338448B-4307-CD4D-8D63-58A44C42E736}"/>
          </ac:spMkLst>
        </pc:spChg>
      </pc:sldChg>
      <pc:sldChg chg="modSp">
        <pc:chgData name="Amanda Bailey" userId="f95cb44c-0b1c-4fd4-84ea-f3ed26a226ee" providerId="ADAL" clId="{063F2DA6-E26A-D446-BB4C-483264F0E1B2}" dt="2019-12-24T00:05:32.486" v="118" actId="207"/>
        <pc:sldMkLst>
          <pc:docMk/>
          <pc:sldMk cId="0" sldId="630"/>
        </pc:sldMkLst>
        <pc:spChg chg="mod">
          <ac:chgData name="Amanda Bailey" userId="f95cb44c-0b1c-4fd4-84ea-f3ed26a226ee" providerId="ADAL" clId="{063F2DA6-E26A-D446-BB4C-483264F0E1B2}" dt="2019-12-24T00:05:32.486" v="118" actId="207"/>
          <ac:spMkLst>
            <pc:docMk/>
            <pc:sldMk cId="0" sldId="630"/>
            <ac:spMk id="113665" creationId="{B687813F-95A7-A44A-AF8E-C8E4500B2B76}"/>
          </ac:spMkLst>
        </pc:spChg>
      </pc:sldChg>
      <pc:sldChg chg="modSp">
        <pc:chgData name="Amanda Bailey" userId="f95cb44c-0b1c-4fd4-84ea-f3ed26a226ee" providerId="ADAL" clId="{063F2DA6-E26A-D446-BB4C-483264F0E1B2}" dt="2019-12-24T00:05:42.837" v="119" actId="207"/>
        <pc:sldMkLst>
          <pc:docMk/>
          <pc:sldMk cId="0" sldId="635"/>
        </pc:sldMkLst>
        <pc:spChg chg="mod">
          <ac:chgData name="Amanda Bailey" userId="f95cb44c-0b1c-4fd4-84ea-f3ed26a226ee" providerId="ADAL" clId="{063F2DA6-E26A-D446-BB4C-483264F0E1B2}" dt="2019-12-24T00:05:42.837" v="119" actId="207"/>
          <ac:spMkLst>
            <pc:docMk/>
            <pc:sldMk cId="0" sldId="635"/>
            <ac:spMk id="47108" creationId="{4E18D6CB-3F0C-4D0A-B309-C8B86361B377}"/>
          </ac:spMkLst>
        </pc:spChg>
      </pc:sldChg>
      <pc:sldChg chg="modSp">
        <pc:chgData name="Amanda Bailey" userId="f95cb44c-0b1c-4fd4-84ea-f3ed26a226ee" providerId="ADAL" clId="{063F2DA6-E26A-D446-BB4C-483264F0E1B2}" dt="2019-12-24T00:05:46.227" v="120" actId="207"/>
        <pc:sldMkLst>
          <pc:docMk/>
          <pc:sldMk cId="0" sldId="636"/>
        </pc:sldMkLst>
        <pc:spChg chg="mod">
          <ac:chgData name="Amanda Bailey" userId="f95cb44c-0b1c-4fd4-84ea-f3ed26a226ee" providerId="ADAL" clId="{063F2DA6-E26A-D446-BB4C-483264F0E1B2}" dt="2019-12-24T00:05:46.227" v="120" actId="207"/>
          <ac:spMkLst>
            <pc:docMk/>
            <pc:sldMk cId="0" sldId="636"/>
            <ac:spMk id="49153" creationId="{9CFCD6ED-DD47-4F8D-A257-86D63BDC2FDE}"/>
          </ac:spMkLst>
        </pc:spChg>
      </pc:sldChg>
      <pc:sldChg chg="modSp">
        <pc:chgData name="Amanda Bailey" userId="f95cb44c-0b1c-4fd4-84ea-f3ed26a226ee" providerId="ADAL" clId="{063F2DA6-E26A-D446-BB4C-483264F0E1B2}" dt="2019-12-24T00:05:49.184" v="121" actId="207"/>
        <pc:sldMkLst>
          <pc:docMk/>
          <pc:sldMk cId="0" sldId="637"/>
        </pc:sldMkLst>
        <pc:spChg chg="mod">
          <ac:chgData name="Amanda Bailey" userId="f95cb44c-0b1c-4fd4-84ea-f3ed26a226ee" providerId="ADAL" clId="{063F2DA6-E26A-D446-BB4C-483264F0E1B2}" dt="2019-12-24T00:05:49.184" v="121" actId="207"/>
          <ac:spMkLst>
            <pc:docMk/>
            <pc:sldMk cId="0" sldId="637"/>
            <ac:spMk id="128002" creationId="{923D711F-61B6-4624-8B56-1805334CC71A}"/>
          </ac:spMkLst>
        </pc:spChg>
      </pc:sldChg>
      <pc:sldChg chg="modSp">
        <pc:chgData name="Amanda Bailey" userId="f95cb44c-0b1c-4fd4-84ea-f3ed26a226ee" providerId="ADAL" clId="{063F2DA6-E26A-D446-BB4C-483264F0E1B2}" dt="2019-12-24T00:05:53.491" v="122" actId="207"/>
        <pc:sldMkLst>
          <pc:docMk/>
          <pc:sldMk cId="0" sldId="638"/>
        </pc:sldMkLst>
        <pc:spChg chg="mod">
          <ac:chgData name="Amanda Bailey" userId="f95cb44c-0b1c-4fd4-84ea-f3ed26a226ee" providerId="ADAL" clId="{063F2DA6-E26A-D446-BB4C-483264F0E1B2}" dt="2019-12-24T00:05:53.491" v="122" actId="207"/>
          <ac:spMkLst>
            <pc:docMk/>
            <pc:sldMk cId="0" sldId="638"/>
            <ac:spMk id="53249" creationId="{423F7547-8578-4457-9E1C-A30EB3F689FF}"/>
          </ac:spMkLst>
        </pc:spChg>
      </pc:sldChg>
      <pc:sldChg chg="modSp">
        <pc:chgData name="Amanda Bailey" userId="f95cb44c-0b1c-4fd4-84ea-f3ed26a226ee" providerId="ADAL" clId="{063F2DA6-E26A-D446-BB4C-483264F0E1B2}" dt="2019-12-24T00:06:00.998" v="123" actId="207"/>
        <pc:sldMkLst>
          <pc:docMk/>
          <pc:sldMk cId="0" sldId="639"/>
        </pc:sldMkLst>
        <pc:spChg chg="mod">
          <ac:chgData name="Amanda Bailey" userId="f95cb44c-0b1c-4fd4-84ea-f3ed26a226ee" providerId="ADAL" clId="{063F2DA6-E26A-D446-BB4C-483264F0E1B2}" dt="2019-12-24T00:06:00.998" v="123" actId="207"/>
          <ac:spMkLst>
            <pc:docMk/>
            <pc:sldMk cId="0" sldId="639"/>
            <ac:spMk id="3" creationId="{E4C640F9-0545-1746-A4D7-027B8A7BA50D}"/>
          </ac:spMkLst>
        </pc:spChg>
      </pc:sldChg>
      <pc:sldChg chg="modSp">
        <pc:chgData name="Amanda Bailey" userId="f95cb44c-0b1c-4fd4-84ea-f3ed26a226ee" providerId="ADAL" clId="{063F2DA6-E26A-D446-BB4C-483264F0E1B2}" dt="2019-12-24T00:06:07.114" v="124" actId="207"/>
        <pc:sldMkLst>
          <pc:docMk/>
          <pc:sldMk cId="0" sldId="642"/>
        </pc:sldMkLst>
        <pc:spChg chg="mod">
          <ac:chgData name="Amanda Bailey" userId="f95cb44c-0b1c-4fd4-84ea-f3ed26a226ee" providerId="ADAL" clId="{063F2DA6-E26A-D446-BB4C-483264F0E1B2}" dt="2019-12-24T00:06:07.114" v="124" actId="207"/>
          <ac:spMkLst>
            <pc:docMk/>
            <pc:sldMk cId="0" sldId="642"/>
            <ac:spMk id="2" creationId="{48489FF7-C108-3C4A-9773-8A3D6AD11598}"/>
          </ac:spMkLst>
        </pc:spChg>
      </pc:sldChg>
      <pc:sldChg chg="modSp">
        <pc:chgData name="Amanda Bailey" userId="f95cb44c-0b1c-4fd4-84ea-f3ed26a226ee" providerId="ADAL" clId="{063F2DA6-E26A-D446-BB4C-483264F0E1B2}" dt="2019-12-24T00:06:11.876" v="125" actId="207"/>
        <pc:sldMkLst>
          <pc:docMk/>
          <pc:sldMk cId="0" sldId="643"/>
        </pc:sldMkLst>
        <pc:spChg chg="mod">
          <ac:chgData name="Amanda Bailey" userId="f95cb44c-0b1c-4fd4-84ea-f3ed26a226ee" providerId="ADAL" clId="{063F2DA6-E26A-D446-BB4C-483264F0E1B2}" dt="2019-12-24T00:06:11.876" v="125" actId="207"/>
          <ac:spMkLst>
            <pc:docMk/>
            <pc:sldMk cId="0" sldId="643"/>
            <ac:spMk id="3" creationId="{13600A59-CE29-3D40-9863-5C06A733A1D2}"/>
          </ac:spMkLst>
        </pc:spChg>
      </pc:sldChg>
      <pc:sldChg chg="modSp">
        <pc:chgData name="Amanda Bailey" userId="f95cb44c-0b1c-4fd4-84ea-f3ed26a226ee" providerId="ADAL" clId="{063F2DA6-E26A-D446-BB4C-483264F0E1B2}" dt="2019-12-24T00:06:22.678" v="128" actId="20577"/>
        <pc:sldMkLst>
          <pc:docMk/>
          <pc:sldMk cId="0" sldId="645"/>
        </pc:sldMkLst>
        <pc:spChg chg="mod">
          <ac:chgData name="Amanda Bailey" userId="f95cb44c-0b1c-4fd4-84ea-f3ed26a226ee" providerId="ADAL" clId="{063F2DA6-E26A-D446-BB4C-483264F0E1B2}" dt="2019-12-24T00:06:22.678" v="128" actId="20577"/>
          <ac:spMkLst>
            <pc:docMk/>
            <pc:sldMk cId="0" sldId="645"/>
            <ac:spMk id="2" creationId="{B8ABEBA6-4FED-7E45-991E-82DEFE251805}"/>
          </ac:spMkLst>
        </pc:spChg>
      </pc:sldChg>
      <pc:sldChg chg="modSp">
        <pc:chgData name="Amanda Bailey" userId="f95cb44c-0b1c-4fd4-84ea-f3ed26a226ee" providerId="ADAL" clId="{063F2DA6-E26A-D446-BB4C-483264F0E1B2}" dt="2019-12-24T00:06:31.347" v="129" actId="207"/>
        <pc:sldMkLst>
          <pc:docMk/>
          <pc:sldMk cId="0" sldId="646"/>
        </pc:sldMkLst>
        <pc:spChg chg="mod">
          <ac:chgData name="Amanda Bailey" userId="f95cb44c-0b1c-4fd4-84ea-f3ed26a226ee" providerId="ADAL" clId="{063F2DA6-E26A-D446-BB4C-483264F0E1B2}" dt="2019-12-24T00:06:31.347" v="129" actId="207"/>
          <ac:spMkLst>
            <pc:docMk/>
            <pc:sldMk cId="0" sldId="646"/>
            <ac:spMk id="3" creationId="{B2DFCA34-AD30-7F4E-9782-30AF0E8C831C}"/>
          </ac:spMkLst>
        </pc:spChg>
      </pc:sldChg>
      <pc:sldChg chg="modSp">
        <pc:chgData name="Amanda Bailey" userId="f95cb44c-0b1c-4fd4-84ea-f3ed26a226ee" providerId="ADAL" clId="{063F2DA6-E26A-D446-BB4C-483264F0E1B2}" dt="2019-12-24T00:06:37.817" v="130" actId="207"/>
        <pc:sldMkLst>
          <pc:docMk/>
          <pc:sldMk cId="0" sldId="647"/>
        </pc:sldMkLst>
        <pc:spChg chg="mod">
          <ac:chgData name="Amanda Bailey" userId="f95cb44c-0b1c-4fd4-84ea-f3ed26a226ee" providerId="ADAL" clId="{063F2DA6-E26A-D446-BB4C-483264F0E1B2}" dt="2019-12-24T00:06:37.817" v="130" actId="207"/>
          <ac:spMkLst>
            <pc:docMk/>
            <pc:sldMk cId="0" sldId="647"/>
            <ac:spMk id="30" creationId="{4ABE1D59-85E6-DD47-BB3A-C54B3E271464}"/>
          </ac:spMkLst>
        </pc:spChg>
        <pc:spChg chg="mod">
          <ac:chgData name="Amanda Bailey" userId="f95cb44c-0b1c-4fd4-84ea-f3ed26a226ee" providerId="ADAL" clId="{063F2DA6-E26A-D446-BB4C-483264F0E1B2}" dt="2019-12-24T00:06:37.817" v="130" actId="207"/>
          <ac:spMkLst>
            <pc:docMk/>
            <pc:sldMk cId="0" sldId="647"/>
            <ac:spMk id="31" creationId="{058BE131-FC26-4F4C-B396-3F8DC673DA01}"/>
          </ac:spMkLst>
        </pc:spChg>
        <pc:spChg chg="mod">
          <ac:chgData name="Amanda Bailey" userId="f95cb44c-0b1c-4fd4-84ea-f3ed26a226ee" providerId="ADAL" clId="{063F2DA6-E26A-D446-BB4C-483264F0E1B2}" dt="2019-12-24T00:06:37.817" v="130" actId="207"/>
          <ac:spMkLst>
            <pc:docMk/>
            <pc:sldMk cId="0" sldId="647"/>
            <ac:spMk id="32" creationId="{C4D365A3-8198-8646-8ABF-D4E6601BAEC4}"/>
          </ac:spMkLst>
        </pc:spChg>
        <pc:spChg chg="mod">
          <ac:chgData name="Amanda Bailey" userId="f95cb44c-0b1c-4fd4-84ea-f3ed26a226ee" providerId="ADAL" clId="{063F2DA6-E26A-D446-BB4C-483264F0E1B2}" dt="2019-12-24T00:06:37.817" v="130" actId="207"/>
          <ac:spMkLst>
            <pc:docMk/>
            <pc:sldMk cId="0" sldId="647"/>
            <ac:spMk id="78865" creationId="{FCDA3056-06FF-4DE4-A382-F3E7E085B5C8}"/>
          </ac:spMkLst>
        </pc:spChg>
        <pc:spChg chg="mod">
          <ac:chgData name="Amanda Bailey" userId="f95cb44c-0b1c-4fd4-84ea-f3ed26a226ee" providerId="ADAL" clId="{063F2DA6-E26A-D446-BB4C-483264F0E1B2}" dt="2019-12-24T00:06:37.817" v="130" actId="207"/>
          <ac:spMkLst>
            <pc:docMk/>
            <pc:sldMk cId="0" sldId="647"/>
            <ac:spMk id="78866" creationId="{4BFC3C87-DFBC-4EFE-BF77-E31938974669}"/>
          </ac:spMkLst>
        </pc:spChg>
        <pc:spChg chg="mod">
          <ac:chgData name="Amanda Bailey" userId="f95cb44c-0b1c-4fd4-84ea-f3ed26a226ee" providerId="ADAL" clId="{063F2DA6-E26A-D446-BB4C-483264F0E1B2}" dt="2019-12-24T00:06:37.817" v="130" actId="207"/>
          <ac:spMkLst>
            <pc:docMk/>
            <pc:sldMk cId="0" sldId="647"/>
            <ac:spMk id="78867" creationId="{78D0EE7B-0E7F-4CAE-B8E6-1D8117F4DE97}"/>
          </ac:spMkLst>
        </pc:spChg>
        <pc:spChg chg="mod">
          <ac:chgData name="Amanda Bailey" userId="f95cb44c-0b1c-4fd4-84ea-f3ed26a226ee" providerId="ADAL" clId="{063F2DA6-E26A-D446-BB4C-483264F0E1B2}" dt="2019-12-24T00:06:37.817" v="130" actId="207"/>
          <ac:spMkLst>
            <pc:docMk/>
            <pc:sldMk cId="0" sldId="647"/>
            <ac:spMk id="78868" creationId="{DDACB5DC-C423-44E3-82A8-91CDEB8BA93A}"/>
          </ac:spMkLst>
        </pc:spChg>
      </pc:sldChg>
      <pc:sldChg chg="modSp">
        <pc:chgData name="Amanda Bailey" userId="f95cb44c-0b1c-4fd4-84ea-f3ed26a226ee" providerId="ADAL" clId="{063F2DA6-E26A-D446-BB4C-483264F0E1B2}" dt="2019-12-24T00:05:19.628" v="116" actId="207"/>
        <pc:sldMkLst>
          <pc:docMk/>
          <pc:sldMk cId="0" sldId="655"/>
        </pc:sldMkLst>
        <pc:spChg chg="mod">
          <ac:chgData name="Amanda Bailey" userId="f95cb44c-0b1c-4fd4-84ea-f3ed26a226ee" providerId="ADAL" clId="{063F2DA6-E26A-D446-BB4C-483264F0E1B2}" dt="2019-12-24T00:05:19.628" v="116" actId="207"/>
          <ac:spMkLst>
            <pc:docMk/>
            <pc:sldMk cId="0" sldId="655"/>
            <ac:spMk id="111618" creationId="{4AF97543-5775-444A-9C26-C8C8DC4F3E34}"/>
          </ac:spMkLst>
        </pc:spChg>
      </pc:sldChg>
      <pc:sldChg chg="del">
        <pc:chgData name="Amanda Bailey" userId="f95cb44c-0b1c-4fd4-84ea-f3ed26a226ee" providerId="ADAL" clId="{063F2DA6-E26A-D446-BB4C-483264F0E1B2}" dt="2019-12-24T00:04:47.974" v="112" actId="2696"/>
        <pc:sldMkLst>
          <pc:docMk/>
          <pc:sldMk cId="1758042472" sldId="999"/>
        </pc:sldMkLst>
      </pc:sldChg>
      <pc:sldChg chg="delSp modSp add">
        <pc:chgData name="Amanda Bailey" userId="f95cb44c-0b1c-4fd4-84ea-f3ed26a226ee" providerId="ADAL" clId="{063F2DA6-E26A-D446-BB4C-483264F0E1B2}" dt="2019-11-16T18:41:29.761" v="110" actId="403"/>
        <pc:sldMkLst>
          <pc:docMk/>
          <pc:sldMk cId="225028726" sldId="1001"/>
        </pc:sldMkLst>
        <pc:spChg chg="del">
          <ac:chgData name="Amanda Bailey" userId="f95cb44c-0b1c-4fd4-84ea-f3ed26a226ee" providerId="ADAL" clId="{063F2DA6-E26A-D446-BB4C-483264F0E1B2}" dt="2019-11-16T18:40:41.513" v="1" actId="478"/>
          <ac:spMkLst>
            <pc:docMk/>
            <pc:sldMk cId="225028726" sldId="1001"/>
            <ac:spMk id="2" creationId="{DA4F0F00-B20D-4C20-B43A-3507B3157C1E}"/>
          </ac:spMkLst>
        </pc:spChg>
        <pc:spChg chg="del">
          <ac:chgData name="Amanda Bailey" userId="f95cb44c-0b1c-4fd4-84ea-f3ed26a226ee" providerId="ADAL" clId="{063F2DA6-E26A-D446-BB4C-483264F0E1B2}" dt="2019-11-16T18:40:44.391" v="2" actId="478"/>
          <ac:spMkLst>
            <pc:docMk/>
            <pc:sldMk cId="225028726" sldId="1001"/>
            <ac:spMk id="8" creationId="{D06A0246-6AA6-F846-AEC1-1310DD9F9436}"/>
          </ac:spMkLst>
        </pc:spChg>
        <pc:spChg chg="mod">
          <ac:chgData name="Amanda Bailey" userId="f95cb44c-0b1c-4fd4-84ea-f3ed26a226ee" providerId="ADAL" clId="{063F2DA6-E26A-D446-BB4C-483264F0E1B2}" dt="2019-11-16T18:41:29.761" v="110" actId="403"/>
          <ac:spMkLst>
            <pc:docMk/>
            <pc:sldMk cId="225028726" sldId="1001"/>
            <ac:spMk id="56321" creationId="{8DFA3A7D-04CF-40AE-A357-643BDD01AB34}"/>
          </ac:spMkLst>
        </pc:spChg>
        <pc:spChg chg="del">
          <ac:chgData name="Amanda Bailey" userId="f95cb44c-0b1c-4fd4-84ea-f3ed26a226ee" providerId="ADAL" clId="{063F2DA6-E26A-D446-BB4C-483264F0E1B2}" dt="2019-11-16T18:40:47.106" v="3" actId="478"/>
          <ac:spMkLst>
            <pc:docMk/>
            <pc:sldMk cId="225028726" sldId="1001"/>
            <ac:spMk id="56348" creationId="{B8F3441D-52B0-43CC-954E-DB354A7FA3DB}"/>
          </ac:spMkLst>
        </pc:spChg>
      </pc:sldChg>
      <pc:sldChg chg="add">
        <pc:chgData name="Amanda Bailey" userId="f95cb44c-0b1c-4fd4-84ea-f3ed26a226ee" providerId="ADAL" clId="{063F2DA6-E26A-D446-BB4C-483264F0E1B2}" dt="2019-12-24T00:04:42.691" v="111"/>
        <pc:sldMkLst>
          <pc:docMk/>
          <pc:sldMk cId="3219056761" sldId="1002"/>
        </pc:sldMkLst>
      </pc:sldChg>
    </pc:docChg>
  </pc:docChgLst>
  <pc:docChgLst>
    <pc:chgData name="Amanda Bailey" userId="f95cb44c-0b1c-4fd4-84ea-f3ed26a226ee" providerId="ADAL" clId="{89770E8C-F0A2-F74F-A30F-242B752D6502}"/>
  </pc:docChgLst>
  <pc:docChgLst>
    <pc:chgData name="Amanda Bailey" userId="f95cb44c-0b1c-4fd4-84ea-f3ed26a226ee" providerId="ADAL" clId="{72A8E206-9741-434A-8097-8A72159A2ACF}"/>
    <pc:docChg chg="modSld">
      <pc:chgData name="Amanda Bailey" userId="f95cb44c-0b1c-4fd4-84ea-f3ed26a226ee" providerId="ADAL" clId="{72A8E206-9741-434A-8097-8A72159A2ACF}" dt="2019-12-24T18:20:09.680" v="3" actId="114"/>
      <pc:docMkLst>
        <pc:docMk/>
      </pc:docMkLst>
      <pc:sldChg chg="modSp">
        <pc:chgData name="Amanda Bailey" userId="f95cb44c-0b1c-4fd4-84ea-f3ed26a226ee" providerId="ADAL" clId="{72A8E206-9741-434A-8097-8A72159A2ACF}" dt="2019-12-24T18:20:09.680" v="3" actId="114"/>
        <pc:sldMkLst>
          <pc:docMk/>
          <pc:sldMk cId="0" sldId="630"/>
        </pc:sldMkLst>
        <pc:spChg chg="mod">
          <ac:chgData name="Amanda Bailey" userId="f95cb44c-0b1c-4fd4-84ea-f3ed26a226ee" providerId="ADAL" clId="{72A8E206-9741-434A-8097-8A72159A2ACF}" dt="2019-12-24T18:20:09.680" v="3" actId="114"/>
          <ac:spMkLst>
            <pc:docMk/>
            <pc:sldMk cId="0" sldId="630"/>
            <ac:spMk id="113665" creationId="{B687813F-95A7-A44A-AF8E-C8E4500B2B76}"/>
          </ac:spMkLst>
        </pc:spChg>
      </pc:sldChg>
      <pc:sldChg chg="modSp">
        <pc:chgData name="Amanda Bailey" userId="f95cb44c-0b1c-4fd4-84ea-f3ed26a226ee" providerId="ADAL" clId="{72A8E206-9741-434A-8097-8A72159A2ACF}" dt="2019-12-24T18:19:57.638" v="0" actId="400"/>
        <pc:sldMkLst>
          <pc:docMk/>
          <pc:sldMk cId="0" sldId="632"/>
        </pc:sldMkLst>
        <pc:spChg chg="mod">
          <ac:chgData name="Amanda Bailey" userId="f95cb44c-0b1c-4fd4-84ea-f3ed26a226ee" providerId="ADAL" clId="{72A8E206-9741-434A-8097-8A72159A2ACF}" dt="2019-12-24T18:19:57.638" v="0" actId="400"/>
          <ac:spMkLst>
            <pc:docMk/>
            <pc:sldMk cId="0" sldId="632"/>
            <ac:spMk id="40961" creationId="{FD1D9651-3061-430F-BDC9-BA2D953C9A3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850" name="Rectangle 2">
            <a:extLst>
              <a:ext uri="{FF2B5EF4-FFF2-40B4-BE49-F238E27FC236}">
                <a16:creationId xmlns:a16="http://schemas.microsoft.com/office/drawing/2014/main" id="{689A6C24-FF8D-2A4B-8B50-A0A4DED7B06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charset="0"/>
                <a:ea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2851" name="Rectangle 3">
            <a:extLst>
              <a:ext uri="{FF2B5EF4-FFF2-40B4-BE49-F238E27FC236}">
                <a16:creationId xmlns:a16="http://schemas.microsoft.com/office/drawing/2014/main" id="{8EFD0A98-D34F-1D47-8087-F0B44541FBF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charset="0"/>
                <a:ea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2852" name="Rectangle 4">
            <a:extLst>
              <a:ext uri="{FF2B5EF4-FFF2-40B4-BE49-F238E27FC236}">
                <a16:creationId xmlns:a16="http://schemas.microsoft.com/office/drawing/2014/main" id="{8D743CAC-5ADA-4245-837E-3CC884A848C0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charset="0"/>
                <a:ea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2853" name="Rectangle 5">
            <a:extLst>
              <a:ext uri="{FF2B5EF4-FFF2-40B4-BE49-F238E27FC236}">
                <a16:creationId xmlns:a16="http://schemas.microsoft.com/office/drawing/2014/main" id="{367BEAF8-571F-A140-BC98-2E180B1D70D1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B350BDC7-05BE-4131-888F-28933798E75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146" name="Rectangle 2">
            <a:extLst>
              <a:ext uri="{FF2B5EF4-FFF2-40B4-BE49-F238E27FC236}">
                <a16:creationId xmlns:a16="http://schemas.microsoft.com/office/drawing/2014/main" id="{A77BC5D8-2430-F545-9CA4-4CEB21088BD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charset="0"/>
                <a:ea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8147" name="Rectangle 3">
            <a:extLst>
              <a:ext uri="{FF2B5EF4-FFF2-40B4-BE49-F238E27FC236}">
                <a16:creationId xmlns:a16="http://schemas.microsoft.com/office/drawing/2014/main" id="{1FF6DD78-F5AA-104D-852C-ACCDD9631CB8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charset="0"/>
                <a:ea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867C70EC-5079-4F5D-AB5D-6983AFBEE647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8149" name="Rectangle 5">
            <a:extLst>
              <a:ext uri="{FF2B5EF4-FFF2-40B4-BE49-F238E27FC236}">
                <a16:creationId xmlns:a16="http://schemas.microsoft.com/office/drawing/2014/main" id="{E065FBB4-3704-3040-AF1C-03BFCE772167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18150" name="Rectangle 6">
            <a:extLst>
              <a:ext uri="{FF2B5EF4-FFF2-40B4-BE49-F238E27FC236}">
                <a16:creationId xmlns:a16="http://schemas.microsoft.com/office/drawing/2014/main" id="{C12B3988-4028-184D-A7D0-B84A88C5F1C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charset="0"/>
                <a:ea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8151" name="Rectangle 7">
            <a:extLst>
              <a:ext uri="{FF2B5EF4-FFF2-40B4-BE49-F238E27FC236}">
                <a16:creationId xmlns:a16="http://schemas.microsoft.com/office/drawing/2014/main" id="{A1214838-F710-6E49-ABD2-E35C36465E2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9EE7B134-B2AE-4F9C-995C-39AFAE0B38A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MS PGothic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MS PGothic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MS PGothic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MS PGothic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MS PGothic" charset="0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7">
            <a:extLst>
              <a:ext uri="{FF2B5EF4-FFF2-40B4-BE49-F238E27FC236}">
                <a16:creationId xmlns:a16="http://schemas.microsoft.com/office/drawing/2014/main" id="{9769D41B-9BEE-4138-B5E0-4733AD114C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74BF8C0-72A9-4155-A0CC-DE08AD232CC0}" type="slidenum">
              <a:rPr lang="en-US" altLang="en-US" sz="1200" smtClean="0">
                <a:latin typeface="Times New Roman" panose="02020603050405020304" pitchFamily="18" charset="0"/>
              </a:rPr>
              <a:pPr/>
              <a:t>1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63AEE1AA-455A-468C-AD69-E37A2187BE8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D0B97242-FEEB-4573-B195-251C9B622D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Slide Image Placeholder 1">
            <a:extLst>
              <a:ext uri="{FF2B5EF4-FFF2-40B4-BE49-F238E27FC236}">
                <a16:creationId xmlns:a16="http://schemas.microsoft.com/office/drawing/2014/main" id="{6D2F413E-12FB-42AE-AC4D-BC31491145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2" name="Notes Placeholder 2">
            <a:extLst>
              <a:ext uri="{FF2B5EF4-FFF2-40B4-BE49-F238E27FC236}">
                <a16:creationId xmlns:a16="http://schemas.microsoft.com/office/drawing/2014/main" id="{2AABEEA3-E67E-4D20-BC93-C2E13085DE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en-US" dirty="0">
                <a:latin typeface="Times New Roman" panose="02020603050405020304" pitchFamily="18" charset="0"/>
              </a:rPr>
              <a:t>Answer: c</a:t>
            </a:r>
          </a:p>
        </p:txBody>
      </p:sp>
      <p:sp>
        <p:nvSpPr>
          <p:cNvPr id="10243" name="Slide Number Placeholder 3">
            <a:extLst>
              <a:ext uri="{FF2B5EF4-FFF2-40B4-BE49-F238E27FC236}">
                <a16:creationId xmlns:a16="http://schemas.microsoft.com/office/drawing/2014/main" id="{F43BC891-DC73-446D-B04B-DA716DA671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7B35692E-BDC6-4658-AAF6-BF6A16BD1143}" type="slidenum">
              <a:rPr lang="en-US" altLang="en-US" smtClean="0">
                <a:latin typeface="Calibri" panose="020F0502020204030204" pitchFamily="34" charset="0"/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2</a:t>
            </a:fld>
            <a:endParaRPr lang="en-US" altLang="en-US"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69753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>
            <a:extLst>
              <a:ext uri="{FF2B5EF4-FFF2-40B4-BE49-F238E27FC236}">
                <a16:creationId xmlns:a16="http://schemas.microsoft.com/office/drawing/2014/main" id="{6588FEC3-7D8F-4DF4-A332-58806BE219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0" name="Rectangle 3">
            <a:extLst>
              <a:ext uri="{FF2B5EF4-FFF2-40B4-BE49-F238E27FC236}">
                <a16:creationId xmlns:a16="http://schemas.microsoft.com/office/drawing/2014/main" id="{88288064-FABA-4028-B1C2-B1FE590B36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>
            <a:extLst>
              <a:ext uri="{FF2B5EF4-FFF2-40B4-BE49-F238E27FC236}">
                <a16:creationId xmlns:a16="http://schemas.microsoft.com/office/drawing/2014/main" id="{93FD83AB-9E24-485C-A2E4-AA4B798BD2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A0EE993-2DD7-48A7-A436-1AAF7259324D}" type="slidenum">
              <a:rPr lang="en-US" altLang="en-US" sz="1200" smtClean="0">
                <a:latin typeface="Times New Roman" panose="02020603050405020304" pitchFamily="18" charset="0"/>
              </a:rPr>
              <a:pPr/>
              <a:t>4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21506" name="Rectangle 2">
            <a:extLst>
              <a:ext uri="{FF2B5EF4-FFF2-40B4-BE49-F238E27FC236}">
                <a16:creationId xmlns:a16="http://schemas.microsoft.com/office/drawing/2014/main" id="{804B0F50-F7CF-4A75-B31F-049F59924CF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722DFC35-D409-49F3-B32F-CA1F2A3C45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7">
            <a:extLst>
              <a:ext uri="{FF2B5EF4-FFF2-40B4-BE49-F238E27FC236}">
                <a16:creationId xmlns:a16="http://schemas.microsoft.com/office/drawing/2014/main" id="{0F109D99-6802-46EE-BE90-40F45E00CCFD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13178BE2-45A5-4562-BFA0-F895269FCC0C}" type="slidenum">
              <a:rPr lang="en-US" altLang="en-US" sz="1200">
                <a:ea typeface="ヒラギノ角ゴ Pro W3" pitchFamily="-84" charset="-128"/>
              </a:rPr>
              <a:pPr algn="r"/>
              <a:t>5</a:t>
            </a:fld>
            <a:endParaRPr lang="en-US" altLang="en-US" sz="1200">
              <a:ea typeface="ヒラギノ角ゴ Pro W3" pitchFamily="-84" charset="-128"/>
            </a:endParaRPr>
          </a:p>
        </p:txBody>
      </p:sp>
      <p:sp>
        <p:nvSpPr>
          <p:cNvPr id="23554" name="Rectangle 2">
            <a:extLst>
              <a:ext uri="{FF2B5EF4-FFF2-40B4-BE49-F238E27FC236}">
                <a16:creationId xmlns:a16="http://schemas.microsoft.com/office/drawing/2014/main" id="{B6D88544-8CFB-44B9-95C0-311801A49C4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0" y="0"/>
            <a:ext cx="0" cy="0"/>
          </a:xfrm>
          <a:solidFill>
            <a:srgbClr val="FFFFFF"/>
          </a:solidFill>
          <a:ln/>
        </p:spPr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4FBA467E-7846-442F-AEED-7A31DE3ADF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Times New Roman" charset="0"/>
              <a:ea typeface="MS PGothic" panose="020B0600070205080204" pitchFamily="34" charset="-128"/>
              <a:cs typeface="MS PGothic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7">
            <a:extLst>
              <a:ext uri="{FF2B5EF4-FFF2-40B4-BE49-F238E27FC236}">
                <a16:creationId xmlns:a16="http://schemas.microsoft.com/office/drawing/2014/main" id="{88889B85-E4B4-4C12-BCED-DCD1286EF606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BB61BB3F-B1DA-42BA-9A99-4A9553C13D57}" type="slidenum">
              <a:rPr lang="en-US" altLang="en-US" sz="1200">
                <a:ea typeface="ヒラギノ角ゴ Pro W3" pitchFamily="-84" charset="-128"/>
              </a:rPr>
              <a:pPr algn="r"/>
              <a:t>6</a:t>
            </a:fld>
            <a:endParaRPr lang="en-US" altLang="en-US" sz="1200">
              <a:ea typeface="ヒラギノ角ゴ Pro W3" pitchFamily="-84" charset="-128"/>
            </a:endParaRPr>
          </a:p>
        </p:txBody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E31F6FDE-FDBC-4E58-9F76-4BB3131182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0" y="0"/>
            <a:ext cx="0" cy="0"/>
          </a:xfrm>
          <a:solidFill>
            <a:srgbClr val="FFFFFF"/>
          </a:solidFill>
          <a:ln/>
        </p:spPr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36E629A3-3A0D-4109-B564-1416EA4F05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7">
            <a:extLst>
              <a:ext uri="{FF2B5EF4-FFF2-40B4-BE49-F238E27FC236}">
                <a16:creationId xmlns:a16="http://schemas.microsoft.com/office/drawing/2014/main" id="{D7236A16-2916-4EE7-829F-F6B5D693C324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06C6CFC9-7E52-42A5-B161-19A88C33A7CD}" type="slidenum">
              <a:rPr lang="en-US" altLang="en-US" sz="1200">
                <a:ea typeface="ヒラギノ角ゴ Pro W3" pitchFamily="-84" charset="-128"/>
              </a:rPr>
              <a:pPr algn="r"/>
              <a:t>7</a:t>
            </a:fld>
            <a:endParaRPr lang="en-US" altLang="en-US" sz="1200">
              <a:ea typeface="ヒラギノ角ゴ Pro W3" pitchFamily="-84" charset="-128"/>
            </a:endParaRPr>
          </a:p>
        </p:txBody>
      </p:sp>
      <p:sp>
        <p:nvSpPr>
          <p:cNvPr id="27650" name="Rectangle 2">
            <a:extLst>
              <a:ext uri="{FF2B5EF4-FFF2-40B4-BE49-F238E27FC236}">
                <a16:creationId xmlns:a16="http://schemas.microsoft.com/office/drawing/2014/main" id="{1C1E41A3-A28D-4B62-BC1E-BDEF2FA62B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0" y="0"/>
            <a:ext cx="0" cy="0"/>
          </a:xfrm>
          <a:solidFill>
            <a:srgbClr val="FFFFFF"/>
          </a:solidFill>
          <a:ln/>
        </p:spPr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30F08A75-4334-47A6-ABB2-1979C60DB2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Image Placeholder 1">
            <a:extLst>
              <a:ext uri="{FF2B5EF4-FFF2-40B4-BE49-F238E27FC236}">
                <a16:creationId xmlns:a16="http://schemas.microsoft.com/office/drawing/2014/main" id="{AF311AF5-0354-4C33-8898-6B6484E428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8" name="Notes Placeholder 2">
            <a:extLst>
              <a:ext uri="{FF2B5EF4-FFF2-40B4-BE49-F238E27FC236}">
                <a16:creationId xmlns:a16="http://schemas.microsoft.com/office/drawing/2014/main" id="{8D015E55-C3F8-4E96-9261-1B2594AE6C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29699" name="Slide Number Placeholder 3">
            <a:extLst>
              <a:ext uri="{FF2B5EF4-FFF2-40B4-BE49-F238E27FC236}">
                <a16:creationId xmlns:a16="http://schemas.microsoft.com/office/drawing/2014/main" id="{0747119B-6325-4D18-AA45-071352E594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F21FCAF-8612-4F95-AD01-6F3D19E072DF}" type="slidenum">
              <a:rPr lang="en-US" altLang="en-US" sz="1200" smtClean="0">
                <a:latin typeface="Times New Roman" panose="02020603050405020304" pitchFamily="18" charset="0"/>
              </a:rPr>
              <a:pPr/>
              <a:t>8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>
            <a:extLst>
              <a:ext uri="{FF2B5EF4-FFF2-40B4-BE49-F238E27FC236}">
                <a16:creationId xmlns:a16="http://schemas.microsoft.com/office/drawing/2014/main" id="{6A74439E-D280-4EC1-8CBB-C897357CEB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6" name="Notes Placeholder 2">
            <a:extLst>
              <a:ext uri="{FF2B5EF4-FFF2-40B4-BE49-F238E27FC236}">
                <a16:creationId xmlns:a16="http://schemas.microsoft.com/office/drawing/2014/main" id="{85374486-DA9E-4D30-BE84-8F15426DAA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Times New Roman" charset="0"/>
              <a:ea typeface="MS PGothic" panose="020B0600070205080204" pitchFamily="34" charset="-128"/>
              <a:cs typeface="MS PGothic" charset="0"/>
            </a:endParaRPr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5337D822-6C99-4E6B-B9FD-71CB742D02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542EC77-7A52-49A8-BA63-1895440F7CBB}" type="slidenum">
              <a:rPr lang="en-US" altLang="en-US" sz="1200" smtClean="0">
                <a:latin typeface="Times New Roman" panose="02020603050405020304" pitchFamily="18" charset="0"/>
              </a:rPr>
              <a:pPr/>
              <a:t>9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lide Image Placeholder 1">
            <a:extLst>
              <a:ext uri="{FF2B5EF4-FFF2-40B4-BE49-F238E27FC236}">
                <a16:creationId xmlns:a16="http://schemas.microsoft.com/office/drawing/2014/main" id="{819D88C0-1AB2-4814-8722-62E2D382E22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4" name="Notes Placeholder 2">
            <a:extLst>
              <a:ext uri="{FF2B5EF4-FFF2-40B4-BE49-F238E27FC236}">
                <a16:creationId xmlns:a16="http://schemas.microsoft.com/office/drawing/2014/main" id="{C2FC28C1-62A4-4956-9226-81C35C06F7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33795" name="Slide Number Placeholder 3">
            <a:extLst>
              <a:ext uri="{FF2B5EF4-FFF2-40B4-BE49-F238E27FC236}">
                <a16:creationId xmlns:a16="http://schemas.microsoft.com/office/drawing/2014/main" id="{463CA32B-773A-449A-87E4-4912AF7906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3206E40-C56D-4D43-BE54-FEDD6552F334}" type="slidenum">
              <a:rPr lang="en-US" altLang="en-US" sz="1200" smtClean="0">
                <a:latin typeface="Times New Roman" panose="02020603050405020304" pitchFamily="18" charset="0"/>
              </a:rPr>
              <a:pPr/>
              <a:t>10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>
            <a:extLst>
              <a:ext uri="{FF2B5EF4-FFF2-40B4-BE49-F238E27FC236}">
                <a16:creationId xmlns:a16="http://schemas.microsoft.com/office/drawing/2014/main" id="{B9B925A7-AFA0-42CA-9505-DFC50161AE00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0C5F6577-3240-457D-87F0-B7675DE9287C}" type="slidenum">
              <a:rPr lang="en-US" altLang="en-US" sz="1200">
                <a:latin typeface="Times" panose="02020603050405020304" pitchFamily="18" charset="0"/>
              </a:rPr>
              <a:pPr algn="r"/>
              <a:t>11</a:t>
            </a:fld>
            <a:endParaRPr lang="en-US" altLang="en-US" sz="1200">
              <a:latin typeface="Times" panose="02020603050405020304" pitchFamily="18" charset="0"/>
            </a:endParaRPr>
          </a:p>
        </p:txBody>
      </p:sp>
      <p:sp>
        <p:nvSpPr>
          <p:cNvPr id="35842" name="Rectangle 2">
            <a:extLst>
              <a:ext uri="{FF2B5EF4-FFF2-40B4-BE49-F238E27FC236}">
                <a16:creationId xmlns:a16="http://schemas.microsoft.com/office/drawing/2014/main" id="{562D32BC-E4C2-4354-9CC9-9643652859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1BCFFF40-72C6-4EE9-A04C-952F178A68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Slide Image Placeholder 1">
            <a:extLst>
              <a:ext uri="{FF2B5EF4-FFF2-40B4-BE49-F238E27FC236}">
                <a16:creationId xmlns:a16="http://schemas.microsoft.com/office/drawing/2014/main" id="{563FF016-BCFA-4767-BD11-C758396FFF4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0" name="Notes Placeholder 2">
            <a:extLst>
              <a:ext uri="{FF2B5EF4-FFF2-40B4-BE49-F238E27FC236}">
                <a16:creationId xmlns:a16="http://schemas.microsoft.com/office/drawing/2014/main" id="{A4D9C02B-2425-4856-BFC3-39AD3B3E8E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92100" indent="-292100"/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37891" name="Slide Number Placeholder 3">
            <a:extLst>
              <a:ext uri="{FF2B5EF4-FFF2-40B4-BE49-F238E27FC236}">
                <a16:creationId xmlns:a16="http://schemas.microsoft.com/office/drawing/2014/main" id="{95F7840E-B5F1-4FA6-BF48-DEABDFF204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7A8EF56-396F-45C6-A2F2-E43CF8EDC77D}" type="slidenum">
              <a:rPr lang="en-US" altLang="en-US" sz="1200" smtClean="0">
                <a:latin typeface="Times New Roman" panose="02020603050405020304" pitchFamily="18" charset="0"/>
              </a:rPr>
              <a:pPr/>
              <a:t>12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Slide Image Placeholder 1">
            <a:extLst>
              <a:ext uri="{FF2B5EF4-FFF2-40B4-BE49-F238E27FC236}">
                <a16:creationId xmlns:a16="http://schemas.microsoft.com/office/drawing/2014/main" id="{4BB777E4-DE01-4F30-A59F-0513B6EB03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8" name="Notes Placeholder 2">
            <a:extLst>
              <a:ext uri="{FF2B5EF4-FFF2-40B4-BE49-F238E27FC236}">
                <a16:creationId xmlns:a16="http://schemas.microsoft.com/office/drawing/2014/main" id="{5DFA4EC1-1169-4F43-99E4-79DE4A376F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39939" name="Slide Number Placeholder 3">
            <a:extLst>
              <a:ext uri="{FF2B5EF4-FFF2-40B4-BE49-F238E27FC236}">
                <a16:creationId xmlns:a16="http://schemas.microsoft.com/office/drawing/2014/main" id="{C9FE62DF-E075-440B-97DA-20662A3E5B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684DBE7-CC69-4138-BAF6-8CC39E34C6B1}" type="slidenum">
              <a:rPr lang="en-US" altLang="en-US" sz="1200" smtClean="0">
                <a:latin typeface="Times New Roman" panose="02020603050405020304" pitchFamily="18" charset="0"/>
              </a:rPr>
              <a:pPr/>
              <a:t>13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7">
            <a:extLst>
              <a:ext uri="{FF2B5EF4-FFF2-40B4-BE49-F238E27FC236}">
                <a16:creationId xmlns:a16="http://schemas.microsoft.com/office/drawing/2014/main" id="{2AC72A0D-72F1-4954-B466-5C1EA17F95E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/>
            <a:fld id="{D6B7A224-85C7-44AF-84F1-B0A8A698C8B7}" type="slidenum">
              <a:rPr lang="en-US" altLang="en-US" sz="1200">
                <a:solidFill>
                  <a:srgbClr val="000000"/>
                </a:solidFill>
                <a:ea typeface="ヒラギノ角ゴ Pro W3" pitchFamily="-84" charset="-128"/>
              </a:rPr>
              <a:pPr algn="r" eaLnBrk="1" hangingPunct="1"/>
              <a:t>14</a:t>
            </a:fld>
            <a:endParaRPr lang="en-US" altLang="en-US" sz="1200">
              <a:solidFill>
                <a:srgbClr val="000000"/>
              </a:solidFill>
              <a:ea typeface="ヒラギノ角ゴ Pro W3" pitchFamily="-84" charset="-128"/>
            </a:endParaRPr>
          </a:p>
        </p:txBody>
      </p:sp>
      <p:sp>
        <p:nvSpPr>
          <p:cNvPr id="41986" name="Rectangle 2">
            <a:extLst>
              <a:ext uri="{FF2B5EF4-FFF2-40B4-BE49-F238E27FC236}">
                <a16:creationId xmlns:a16="http://schemas.microsoft.com/office/drawing/2014/main" id="{07A74C6C-7119-4CD5-B090-27EB1ECF29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E6E0D889-355D-4760-BFD5-B00E536745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Slide Image Placeholder 1">
            <a:extLst>
              <a:ext uri="{FF2B5EF4-FFF2-40B4-BE49-F238E27FC236}">
                <a16:creationId xmlns:a16="http://schemas.microsoft.com/office/drawing/2014/main" id="{E13FF16D-0709-4760-A4C1-0A37434854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4" name="Notes Placeholder 2">
            <a:extLst>
              <a:ext uri="{FF2B5EF4-FFF2-40B4-BE49-F238E27FC236}">
                <a16:creationId xmlns:a16="http://schemas.microsoft.com/office/drawing/2014/main" id="{54498BD4-27AD-47B6-A59C-7D3EF7A9AD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92100" indent="-292100"/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44035" name="Slide Number Placeholder 3">
            <a:extLst>
              <a:ext uri="{FF2B5EF4-FFF2-40B4-BE49-F238E27FC236}">
                <a16:creationId xmlns:a16="http://schemas.microsoft.com/office/drawing/2014/main" id="{6EEAF874-38AF-4FFE-9FA1-E9AFAB4D9D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F3D0B18-9138-433B-81EA-DEB69BA490BB}" type="slidenum">
              <a:rPr lang="en-US" altLang="en-US" sz="1200" smtClean="0">
                <a:latin typeface="Times New Roman" panose="02020603050405020304" pitchFamily="18" charset="0"/>
              </a:rPr>
              <a:pPr/>
              <a:t>15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Slide Image Placeholder 1">
            <a:extLst>
              <a:ext uri="{FF2B5EF4-FFF2-40B4-BE49-F238E27FC236}">
                <a16:creationId xmlns:a16="http://schemas.microsoft.com/office/drawing/2014/main" id="{9B27A5F2-1B1B-4372-B659-53D58D882A9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2" name="Notes Placeholder 2">
            <a:extLst>
              <a:ext uri="{FF2B5EF4-FFF2-40B4-BE49-F238E27FC236}">
                <a16:creationId xmlns:a16="http://schemas.microsoft.com/office/drawing/2014/main" id="{23AA26A6-7BE9-4A09-B348-89A3F2E820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46083" name="Slide Number Placeholder 3">
            <a:extLst>
              <a:ext uri="{FF2B5EF4-FFF2-40B4-BE49-F238E27FC236}">
                <a16:creationId xmlns:a16="http://schemas.microsoft.com/office/drawing/2014/main" id="{1269FA4D-0078-40B4-B87F-4A35609810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7213857-CC58-44BE-BB8C-11F30FA4D8EA}" type="slidenum">
              <a:rPr lang="en-US" altLang="en-US" sz="1200" smtClean="0">
                <a:latin typeface="Times New Roman" panose="02020603050405020304" pitchFamily="18" charset="0"/>
              </a:rPr>
              <a:pPr/>
              <a:t>16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Slide Image Placeholder 1">
            <a:extLst>
              <a:ext uri="{FF2B5EF4-FFF2-40B4-BE49-F238E27FC236}">
                <a16:creationId xmlns:a16="http://schemas.microsoft.com/office/drawing/2014/main" id="{17A20F24-649D-490D-8E2E-1F02BFB92F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0" name="Notes Placeholder 2">
            <a:extLst>
              <a:ext uri="{FF2B5EF4-FFF2-40B4-BE49-F238E27FC236}">
                <a16:creationId xmlns:a16="http://schemas.microsoft.com/office/drawing/2014/main" id="{DF494357-14E4-4B2D-8C59-10F4E7A415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Times New Roman" charset="0"/>
              <a:ea typeface="MS PGothic" panose="020B0600070205080204" pitchFamily="34" charset="-128"/>
              <a:cs typeface="MS PGothic" charset="0"/>
            </a:endParaRPr>
          </a:p>
        </p:txBody>
      </p:sp>
      <p:sp>
        <p:nvSpPr>
          <p:cNvPr id="48131" name="Slide Number Placeholder 3">
            <a:extLst>
              <a:ext uri="{FF2B5EF4-FFF2-40B4-BE49-F238E27FC236}">
                <a16:creationId xmlns:a16="http://schemas.microsoft.com/office/drawing/2014/main" id="{12F28BE2-C9D2-4417-ACC1-575BC2FBB9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AE84519-720D-490C-B070-D38564CA82AE}" type="slidenum">
              <a:rPr lang="en-US" altLang="en-US" sz="1200" smtClean="0">
                <a:latin typeface="Times New Roman" panose="02020603050405020304" pitchFamily="18" charset="0"/>
              </a:rPr>
              <a:pPr/>
              <a:t>17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Slide Image Placeholder 1">
            <a:extLst>
              <a:ext uri="{FF2B5EF4-FFF2-40B4-BE49-F238E27FC236}">
                <a16:creationId xmlns:a16="http://schemas.microsoft.com/office/drawing/2014/main" id="{F7A73E46-D958-439E-9C3F-5D7DFDD4BE0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8" name="Notes Placeholder 2">
            <a:extLst>
              <a:ext uri="{FF2B5EF4-FFF2-40B4-BE49-F238E27FC236}">
                <a16:creationId xmlns:a16="http://schemas.microsoft.com/office/drawing/2014/main" id="{EC86746F-FC72-4167-81D9-DA23FF0D9C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Times New Roman" charset="0"/>
              <a:ea typeface="MS PGothic" panose="020B0600070205080204" pitchFamily="34" charset="-128"/>
              <a:cs typeface="MS PGothic" charset="0"/>
            </a:endParaRPr>
          </a:p>
        </p:txBody>
      </p:sp>
      <p:sp>
        <p:nvSpPr>
          <p:cNvPr id="50179" name="Slide Number Placeholder 3">
            <a:extLst>
              <a:ext uri="{FF2B5EF4-FFF2-40B4-BE49-F238E27FC236}">
                <a16:creationId xmlns:a16="http://schemas.microsoft.com/office/drawing/2014/main" id="{C5CF411C-1A45-4B1B-A49C-C0EBF674C4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24575D6-3E26-4AFE-A536-458AC56F7EAF}" type="slidenum">
              <a:rPr lang="en-US" altLang="en-US" sz="1200" smtClean="0">
                <a:latin typeface="Times New Roman" panose="02020603050405020304" pitchFamily="18" charset="0"/>
              </a:rPr>
              <a:pPr/>
              <a:t>18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Slide Image Placeholder 1">
            <a:extLst>
              <a:ext uri="{FF2B5EF4-FFF2-40B4-BE49-F238E27FC236}">
                <a16:creationId xmlns:a16="http://schemas.microsoft.com/office/drawing/2014/main" id="{8F137EDB-C15B-4C44-BFCC-76AF508DF9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6" name="Notes Placeholder 2">
            <a:extLst>
              <a:ext uri="{FF2B5EF4-FFF2-40B4-BE49-F238E27FC236}">
                <a16:creationId xmlns:a16="http://schemas.microsoft.com/office/drawing/2014/main" id="{EA91299E-1706-4D7D-8E24-B4DAE7383A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Times New Roman" charset="0"/>
              <a:ea typeface="MS PGothic" panose="020B0600070205080204" pitchFamily="34" charset="-128"/>
              <a:cs typeface="MS PGothic" charset="0"/>
            </a:endParaRPr>
          </a:p>
        </p:txBody>
      </p:sp>
      <p:sp>
        <p:nvSpPr>
          <p:cNvPr id="52227" name="Slide Number Placeholder 3">
            <a:extLst>
              <a:ext uri="{FF2B5EF4-FFF2-40B4-BE49-F238E27FC236}">
                <a16:creationId xmlns:a16="http://schemas.microsoft.com/office/drawing/2014/main" id="{381B4E24-1F72-487B-ACF6-C9844DA199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3E4A351-2AB8-4A42-9CD4-39B8DE16302A}" type="slidenum">
              <a:rPr lang="en-US" altLang="en-US" sz="1200" smtClean="0">
                <a:latin typeface="Times New Roman" panose="02020603050405020304" pitchFamily="18" charset="0"/>
              </a:rPr>
              <a:pPr/>
              <a:t>19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Slide Image Placeholder 1">
            <a:extLst>
              <a:ext uri="{FF2B5EF4-FFF2-40B4-BE49-F238E27FC236}">
                <a16:creationId xmlns:a16="http://schemas.microsoft.com/office/drawing/2014/main" id="{9C783430-044B-42CA-91EB-AE4DC4ED14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4" name="Notes Placeholder 2">
            <a:extLst>
              <a:ext uri="{FF2B5EF4-FFF2-40B4-BE49-F238E27FC236}">
                <a16:creationId xmlns:a16="http://schemas.microsoft.com/office/drawing/2014/main" id="{9CBECD30-1A6E-49A0-92BC-681C1D63C2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54275" name="Slide Number Placeholder 3">
            <a:extLst>
              <a:ext uri="{FF2B5EF4-FFF2-40B4-BE49-F238E27FC236}">
                <a16:creationId xmlns:a16="http://schemas.microsoft.com/office/drawing/2014/main" id="{17288CF3-AC87-451D-BEE8-83C95E8DF3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2038FD2-2E0D-4DC6-98F0-563CA0C3AB37}" type="slidenum">
              <a:rPr lang="en-US" altLang="en-US" sz="1200" smtClean="0">
                <a:latin typeface="Times New Roman" panose="02020603050405020304" pitchFamily="18" charset="0"/>
              </a:rPr>
              <a:pPr/>
              <a:t>20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Slide Image Placeholder 1">
            <a:extLst>
              <a:ext uri="{FF2B5EF4-FFF2-40B4-BE49-F238E27FC236}">
                <a16:creationId xmlns:a16="http://schemas.microsoft.com/office/drawing/2014/main" id="{E640FA39-8F9E-4CBC-8828-A7DFA315DE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2" name="Notes Placeholder 2">
            <a:extLst>
              <a:ext uri="{FF2B5EF4-FFF2-40B4-BE49-F238E27FC236}">
                <a16:creationId xmlns:a16="http://schemas.microsoft.com/office/drawing/2014/main" id="{CC3AA7DB-7C73-4315-9F42-0C62A58181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61443" name="Slide Number Placeholder 3">
            <a:extLst>
              <a:ext uri="{FF2B5EF4-FFF2-40B4-BE49-F238E27FC236}">
                <a16:creationId xmlns:a16="http://schemas.microsoft.com/office/drawing/2014/main" id="{D4BB6DF6-5503-4EF8-A871-010C8927DC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B86AEDE-F2D7-427B-A771-495DD3668B5F}" type="slidenum">
              <a:rPr lang="en-US" altLang="en-US" sz="1200" smtClean="0">
                <a:latin typeface="Times New Roman" panose="02020603050405020304" pitchFamily="18" charset="0"/>
              </a:rPr>
              <a:pPr/>
              <a:t>21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Slide Image Placeholder 1">
            <a:extLst>
              <a:ext uri="{FF2B5EF4-FFF2-40B4-BE49-F238E27FC236}">
                <a16:creationId xmlns:a16="http://schemas.microsoft.com/office/drawing/2014/main" id="{45365D6A-0534-437A-BA01-992E926F275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0" name="Notes Placeholder 2">
            <a:extLst>
              <a:ext uri="{FF2B5EF4-FFF2-40B4-BE49-F238E27FC236}">
                <a16:creationId xmlns:a16="http://schemas.microsoft.com/office/drawing/2014/main" id="{A42AA240-BAA1-48A0-92D4-9909678BB3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Times New Roman" charset="0"/>
              <a:ea typeface="MS PGothic" panose="020B0600070205080204" pitchFamily="34" charset="-128"/>
              <a:cs typeface="MS PGothic" charset="0"/>
            </a:endParaRPr>
          </a:p>
        </p:txBody>
      </p:sp>
      <p:sp>
        <p:nvSpPr>
          <p:cNvPr id="63491" name="Slide Number Placeholder 3">
            <a:extLst>
              <a:ext uri="{FF2B5EF4-FFF2-40B4-BE49-F238E27FC236}">
                <a16:creationId xmlns:a16="http://schemas.microsoft.com/office/drawing/2014/main" id="{E994D518-21C6-4DDC-83F4-0D9F46E6A4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0F9D511-0213-4216-A769-1DC8B093D339}" type="slidenum">
              <a:rPr lang="en-US" altLang="en-US" sz="1200" smtClean="0">
                <a:latin typeface="Times New Roman" panose="02020603050405020304" pitchFamily="18" charset="0"/>
              </a:rPr>
              <a:pPr/>
              <a:t>22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Slide Image Placeholder 1">
            <a:extLst>
              <a:ext uri="{FF2B5EF4-FFF2-40B4-BE49-F238E27FC236}">
                <a16:creationId xmlns:a16="http://schemas.microsoft.com/office/drawing/2014/main" id="{9F0477E0-86DA-4B18-BB31-12D0AAA68CC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8" name="Notes Placeholder 2">
            <a:extLst>
              <a:ext uri="{FF2B5EF4-FFF2-40B4-BE49-F238E27FC236}">
                <a16:creationId xmlns:a16="http://schemas.microsoft.com/office/drawing/2014/main" id="{4C383764-F65A-43C9-BEF2-A80E6939DF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65539" name="Slide Number Placeholder 3">
            <a:extLst>
              <a:ext uri="{FF2B5EF4-FFF2-40B4-BE49-F238E27FC236}">
                <a16:creationId xmlns:a16="http://schemas.microsoft.com/office/drawing/2014/main" id="{CFE2182D-A1BD-45E0-AF67-C954D5EA3B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C27E7C1-DF2A-4BBA-BE74-6B1B95693844}" type="slidenum">
              <a:rPr lang="en-US" altLang="en-US" sz="1200" smtClean="0">
                <a:latin typeface="Times New Roman" panose="02020603050405020304" pitchFamily="18" charset="0"/>
              </a:rPr>
              <a:pPr/>
              <a:t>23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Slide Image Placeholder 1">
            <a:extLst>
              <a:ext uri="{FF2B5EF4-FFF2-40B4-BE49-F238E27FC236}">
                <a16:creationId xmlns:a16="http://schemas.microsoft.com/office/drawing/2014/main" id="{F4EBB7FA-4AFC-4975-B161-CEE67638DA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6" name="Notes Placeholder 2">
            <a:extLst>
              <a:ext uri="{FF2B5EF4-FFF2-40B4-BE49-F238E27FC236}">
                <a16:creationId xmlns:a16="http://schemas.microsoft.com/office/drawing/2014/main" id="{F5618BBD-8EB8-4F8C-9E34-2EACD100B5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Times New Roman" charset="0"/>
              <a:ea typeface="MS PGothic" panose="020B0600070205080204" pitchFamily="34" charset="-128"/>
              <a:cs typeface="MS PGothic" charset="0"/>
            </a:endParaRPr>
          </a:p>
        </p:txBody>
      </p:sp>
      <p:sp>
        <p:nvSpPr>
          <p:cNvPr id="67587" name="Slide Number Placeholder 3">
            <a:extLst>
              <a:ext uri="{FF2B5EF4-FFF2-40B4-BE49-F238E27FC236}">
                <a16:creationId xmlns:a16="http://schemas.microsoft.com/office/drawing/2014/main" id="{8539870A-214C-49B3-9EC5-BFA74A4F8C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C99CEFC-04AE-4935-B834-238882E8A48A}" type="slidenum">
              <a:rPr lang="en-US" altLang="en-US" sz="1200" smtClean="0">
                <a:latin typeface="Times New Roman" panose="02020603050405020304" pitchFamily="18" charset="0"/>
              </a:rPr>
              <a:pPr/>
              <a:t>24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Slide Image Placeholder 1">
            <a:extLst>
              <a:ext uri="{FF2B5EF4-FFF2-40B4-BE49-F238E27FC236}">
                <a16:creationId xmlns:a16="http://schemas.microsoft.com/office/drawing/2014/main" id="{1DA5299E-8D8F-436D-8B1A-6CB3D598BC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4" name="Notes Placeholder 2">
            <a:extLst>
              <a:ext uri="{FF2B5EF4-FFF2-40B4-BE49-F238E27FC236}">
                <a16:creationId xmlns:a16="http://schemas.microsoft.com/office/drawing/2014/main" id="{450C6F34-645A-45B7-B184-E32512C620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69635" name="Slide Number Placeholder 3">
            <a:extLst>
              <a:ext uri="{FF2B5EF4-FFF2-40B4-BE49-F238E27FC236}">
                <a16:creationId xmlns:a16="http://schemas.microsoft.com/office/drawing/2014/main" id="{4997F0A1-E5F8-4C5D-9708-62FA91C30A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5255DCA-F739-41F0-9160-59F0014BC43D}" type="slidenum">
              <a:rPr lang="en-US" altLang="en-US" sz="1200" smtClean="0">
                <a:latin typeface="Times New Roman" panose="02020603050405020304" pitchFamily="18" charset="0"/>
              </a:rPr>
              <a:pPr/>
              <a:t>25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Slide Image Placeholder 1">
            <a:extLst>
              <a:ext uri="{FF2B5EF4-FFF2-40B4-BE49-F238E27FC236}">
                <a16:creationId xmlns:a16="http://schemas.microsoft.com/office/drawing/2014/main" id="{911E6C6A-00DA-4AA3-91B8-B90861A1AA3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2" name="Notes Placeholder 2">
            <a:extLst>
              <a:ext uri="{FF2B5EF4-FFF2-40B4-BE49-F238E27FC236}">
                <a16:creationId xmlns:a16="http://schemas.microsoft.com/office/drawing/2014/main" id="{E6D125F9-77E1-4B27-9BF3-1D4CEE46F5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71683" name="Slide Number Placeholder 3">
            <a:extLst>
              <a:ext uri="{FF2B5EF4-FFF2-40B4-BE49-F238E27FC236}">
                <a16:creationId xmlns:a16="http://schemas.microsoft.com/office/drawing/2014/main" id="{199E371E-D09D-4E4C-A723-D96353A74B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D397768-ACD0-4DC2-A323-90CDB9167C0F}" type="slidenum">
              <a:rPr lang="en-US" altLang="en-US" sz="1200" smtClean="0">
                <a:latin typeface="Times New Roman" panose="02020603050405020304" pitchFamily="18" charset="0"/>
              </a:rPr>
              <a:pPr/>
              <a:t>26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Slide Image Placeholder 1">
            <a:extLst>
              <a:ext uri="{FF2B5EF4-FFF2-40B4-BE49-F238E27FC236}">
                <a16:creationId xmlns:a16="http://schemas.microsoft.com/office/drawing/2014/main" id="{19E7F8B8-14BF-4A72-B182-2AD8FB53A9C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0" name="Notes Placeholder 2">
            <a:extLst>
              <a:ext uri="{FF2B5EF4-FFF2-40B4-BE49-F238E27FC236}">
                <a16:creationId xmlns:a16="http://schemas.microsoft.com/office/drawing/2014/main" id="{3C98ACA1-CD6C-4F85-A833-1525B5B190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73731" name="Slide Number Placeholder 3">
            <a:extLst>
              <a:ext uri="{FF2B5EF4-FFF2-40B4-BE49-F238E27FC236}">
                <a16:creationId xmlns:a16="http://schemas.microsoft.com/office/drawing/2014/main" id="{7BECB13C-2B17-40F6-8967-2B7CE3B2F0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EF5A06B-30C5-4529-A987-0EAE5C82D0B2}" type="slidenum">
              <a:rPr lang="en-US" altLang="en-US" sz="1200" smtClean="0">
                <a:latin typeface="Times New Roman" panose="02020603050405020304" pitchFamily="18" charset="0"/>
              </a:rPr>
              <a:pPr/>
              <a:t>27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u="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EE7B134-B2AE-4F9C-995C-39AFAE0B38AD}" type="slidenum">
              <a:rPr lang="en-US" altLang="en-US" smtClean="0"/>
              <a:pPr>
                <a:defRPr/>
              </a:pPr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014130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Slide Image Placeholder 1">
            <a:extLst>
              <a:ext uri="{FF2B5EF4-FFF2-40B4-BE49-F238E27FC236}">
                <a16:creationId xmlns:a16="http://schemas.microsoft.com/office/drawing/2014/main" id="{5CE70F44-7D55-4FFB-B319-EBF02FD20C2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6" name="Notes Placeholder 2">
            <a:extLst>
              <a:ext uri="{FF2B5EF4-FFF2-40B4-BE49-F238E27FC236}">
                <a16:creationId xmlns:a16="http://schemas.microsoft.com/office/drawing/2014/main" id="{BA07E946-3AF4-4609-86AE-7868FDD4EF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77827" name="Slide Number Placeholder 3">
            <a:extLst>
              <a:ext uri="{FF2B5EF4-FFF2-40B4-BE49-F238E27FC236}">
                <a16:creationId xmlns:a16="http://schemas.microsoft.com/office/drawing/2014/main" id="{117B41ED-443A-412A-9FC4-324A64C8E7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C98B43A-8760-42E3-B9BD-9DA152BFF854}" type="slidenum">
              <a:rPr lang="en-US" altLang="en-US" sz="1200" smtClean="0">
                <a:latin typeface="Times New Roman" panose="02020603050405020304" pitchFamily="18" charset="0"/>
              </a:rPr>
              <a:pPr/>
              <a:t>29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Slide Image Placeholder 1">
            <a:extLst>
              <a:ext uri="{FF2B5EF4-FFF2-40B4-BE49-F238E27FC236}">
                <a16:creationId xmlns:a16="http://schemas.microsoft.com/office/drawing/2014/main" id="{BDAB8A39-106E-4D6C-89A2-905A646A16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4" name="Notes Placeholder 2">
            <a:extLst>
              <a:ext uri="{FF2B5EF4-FFF2-40B4-BE49-F238E27FC236}">
                <a16:creationId xmlns:a16="http://schemas.microsoft.com/office/drawing/2014/main" id="{0224F342-ABC8-46C5-9884-687D18DFA5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Times New Roman" charset="0"/>
              <a:ea typeface="MS PGothic" panose="020B0600070205080204" pitchFamily="34" charset="-128"/>
              <a:cs typeface="MS PGothic" charset="0"/>
            </a:endParaRPr>
          </a:p>
        </p:txBody>
      </p:sp>
      <p:sp>
        <p:nvSpPr>
          <p:cNvPr id="79875" name="Slide Number Placeholder 3">
            <a:extLst>
              <a:ext uri="{FF2B5EF4-FFF2-40B4-BE49-F238E27FC236}">
                <a16:creationId xmlns:a16="http://schemas.microsoft.com/office/drawing/2014/main" id="{2CF6079C-E6CC-43C1-A391-6873B2AB5D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47600AA-D522-48FB-8AC6-C8D0F1797B93}" type="slidenum">
              <a:rPr lang="en-US" altLang="en-US" sz="1200" smtClean="0">
                <a:latin typeface="Times New Roman" panose="02020603050405020304" pitchFamily="18" charset="0"/>
              </a:rPr>
              <a:pPr/>
              <a:t>30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Google Shape;85;g377fd6fa1_012:notes">
            <a:extLst>
              <a:ext uri="{FF2B5EF4-FFF2-40B4-BE49-F238E27FC236}">
                <a16:creationId xmlns:a16="http://schemas.microsoft.com/office/drawing/2014/main" id="{5C3F8A94-E7A7-4DC2-A924-A2BE9453DE9F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custGeom>
            <a:avLst/>
            <a:gdLst>
              <a:gd name="T0" fmla="*/ 0 w 120000"/>
              <a:gd name="T1" fmla="*/ 0 h 120000"/>
              <a:gd name="T2" fmla="*/ 2147483646 w 120000"/>
              <a:gd name="T3" fmla="*/ 0 h 120000"/>
              <a:gd name="T4" fmla="*/ 2147483646 w 120000"/>
              <a:gd name="T5" fmla="*/ 2147483646 h 120000"/>
              <a:gd name="T6" fmla="*/ 0 w 120000"/>
              <a:gd name="T7" fmla="*/ 2147483646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>
            <a:round/>
          </a:ln>
        </p:spPr>
      </p:sp>
      <p:sp>
        <p:nvSpPr>
          <p:cNvPr id="81922" name="Google Shape;86;g377fd6fa1_012:notes">
            <a:extLst>
              <a:ext uri="{FF2B5EF4-FFF2-40B4-BE49-F238E27FC236}">
                <a16:creationId xmlns:a16="http://schemas.microsoft.com/office/drawing/2014/main" id="{ED111DE0-155A-4A0E-89F5-F63D8DA9BB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283" tIns="82283" rIns="82283" bIns="82283"/>
          <a:lstStyle/>
          <a:p>
            <a:pPr>
              <a:spcBef>
                <a:spcPct val="0"/>
              </a:spcBef>
            </a:pPr>
            <a:endParaRPr lang="en-US" altLang="en-US" sz="13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3795B24-735A-4C40-801A-793AE8891B7E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079700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3795B24-735A-4C40-801A-793AE8891B7E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478361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CA0D70A-7C27-4DAA-A4CC-0F1EE515C0BD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Times New Roman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120350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endParaRPr lang="en-US" sz="1200" kern="1200" dirty="0">
              <a:solidFill>
                <a:schemeClr val="tx1"/>
              </a:solidFill>
              <a:effectLst/>
              <a:latin typeface="Times New Roman" charset="0"/>
              <a:ea typeface="MS PGothic" panose="020B0600070205080204" pitchFamily="34" charset="-128"/>
              <a:cs typeface="MS PGothic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3795B24-735A-4C40-801A-793AE8891B7E}" type="slidenum">
              <a:rPr lang="en-US" smtClean="0"/>
              <a:pPr>
                <a:defRPr/>
              </a:pPr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31425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B13482-9845-4980-9FEF-3E7C3D6B17AC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15749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 lang="en-US" sz="1200" kern="1200" dirty="0">
              <a:solidFill>
                <a:schemeClr val="tx1"/>
              </a:solidFill>
              <a:effectLst/>
              <a:latin typeface="Times New Roman" charset="0"/>
              <a:ea typeface="MS PGothic" panose="020B0600070205080204" pitchFamily="34" charset="-128"/>
              <a:cs typeface="MS PGothic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3795B24-735A-4C40-801A-793AE8891B7E}" type="slidenum">
              <a:rPr lang="en-US" smtClean="0"/>
              <a:pPr>
                <a:defRPr/>
              </a:pPr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569707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effectLst/>
              <a:latin typeface="Times New Roman" charset="0"/>
              <a:ea typeface="MS PGothic" panose="020B0600070205080204" pitchFamily="34" charset="-128"/>
              <a:cs typeface="MS PGothic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3795B24-735A-4C40-801A-793AE8891B7E}" type="slidenum">
              <a:rPr lang="en-US" smtClean="0"/>
              <a:pPr>
                <a:defRPr/>
              </a:pPr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721139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3795B24-735A-4C40-801A-793AE8891B7E}" type="slidenum">
              <a:rPr lang="en-US" smtClean="0"/>
              <a:pPr>
                <a:defRPr/>
              </a:pPr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103855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/>
            </a:pPr>
            <a:endParaRPr lang="en-US" dirty="0"/>
          </a:p>
        </p:txBody>
      </p:sp>
      <p:sp>
        <p:nvSpPr>
          <p:cNvPr id="72707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9pPr>
          </a:lstStyle>
          <a:p>
            <a:fld id="{95B83D2C-294C-1241-A7D2-0FB07016EA82}" type="slidenum">
              <a:rPr lang="en-US" sz="1200">
                <a:latin typeface="Times New Roman" charset="0"/>
              </a:rPr>
              <a:pPr/>
              <a:t>40</a:t>
            </a:fld>
            <a:endParaRPr lang="en-US" sz="120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178108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 lang="en-US" sz="1200" kern="1200" dirty="0">
              <a:solidFill>
                <a:schemeClr val="tx1"/>
              </a:solidFill>
              <a:effectLst/>
              <a:latin typeface="Times New Roman" charset="0"/>
              <a:ea typeface="MS PGothic" panose="020B0600070205080204" pitchFamily="34" charset="-128"/>
              <a:cs typeface="MS PGothic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3795B24-735A-4C40-801A-793AE8891B7E}" type="slidenum">
              <a:rPr lang="en-US" smtClean="0"/>
              <a:pPr>
                <a:defRPr/>
              </a:pPr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834074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effectLst/>
              <a:latin typeface="Times New Roman" charset="0"/>
              <a:ea typeface="MS PGothic" panose="020B0600070205080204" pitchFamily="34" charset="-128"/>
              <a:cs typeface="MS PGothic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3795B24-735A-4C40-801A-793AE8891B7E}" type="slidenum">
              <a:rPr lang="en-US" smtClean="0"/>
              <a:pPr>
                <a:defRPr/>
              </a:pPr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634064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Times New Roman" charset="0"/>
              <a:ea typeface="MS PGothic" panose="020B0600070205080204" pitchFamily="34" charset="-128"/>
              <a:cs typeface="MS PGothic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3795B24-735A-4C40-801A-793AE8891B7E}" type="slidenum">
              <a:rPr lang="en-US" smtClean="0"/>
              <a:pPr>
                <a:defRPr/>
              </a:pPr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892026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EE7B134-B2AE-4F9C-995C-39AFAE0B38AD}" type="slidenum">
              <a:rPr lang="en-US" altLang="en-US" smtClean="0"/>
              <a:pPr>
                <a:defRPr/>
              </a:pPr>
              <a:t>44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0974521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effectLst/>
              <a:latin typeface="Times New Roman" charset="0"/>
              <a:ea typeface="MS PGothic" panose="020B0600070205080204" pitchFamily="34" charset="-128"/>
              <a:cs typeface="MS PGothic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3795B24-735A-4C40-801A-793AE8891B7E}" type="slidenum">
              <a:rPr lang="en-US" smtClean="0"/>
              <a:pPr>
                <a:defRPr/>
              </a:pPr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32927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effectLst/>
              <a:latin typeface="Times New Roman" charset="0"/>
              <a:ea typeface="MS PGothic" panose="020B0600070205080204" pitchFamily="34" charset="-128"/>
              <a:cs typeface="MS PGothic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3795B24-735A-4C40-801A-793AE8891B7E}" type="slidenum">
              <a:rPr lang="en-US" smtClean="0"/>
              <a:pPr>
                <a:defRPr/>
              </a:pPr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18014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kern="1200" dirty="0">
              <a:solidFill>
                <a:schemeClr val="tx1"/>
              </a:solidFill>
              <a:effectLst/>
              <a:latin typeface="Times New Roman" charset="0"/>
              <a:ea typeface="MS PGothic" panose="020B0600070205080204" pitchFamily="34" charset="-128"/>
              <a:cs typeface="MS PGothic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3795B24-735A-4C40-801A-793AE8891B7E}" type="slidenum">
              <a:rPr lang="en-US" smtClean="0"/>
              <a:pPr>
                <a:defRPr/>
              </a:pPr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64630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Times New Roman" charset="0"/>
              <a:ea typeface="MS PGothic" panose="020B0600070205080204" pitchFamily="34" charset="-128"/>
              <a:cs typeface="MS PGothic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3795B24-735A-4C40-801A-793AE8891B7E}" type="slidenum">
              <a:rPr lang="en-US" smtClean="0"/>
              <a:pPr>
                <a:defRPr/>
              </a:pPr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490232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Times New Roman" charset="0"/>
              <a:ea typeface="MS PGothic" panose="020B0600070205080204" pitchFamily="34" charset="-128"/>
              <a:cs typeface="MS PGothic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3795B24-735A-4C40-801A-793AE8891B7E}" type="slidenum">
              <a:rPr lang="en-US" smtClean="0"/>
              <a:pPr>
                <a:defRPr/>
              </a:pPr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046662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3795B24-735A-4C40-801A-793AE8891B7E}" type="slidenum">
              <a:rPr lang="en-US" smtClean="0"/>
              <a:pPr>
                <a:defRPr/>
              </a:pPr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7313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8" descr="URRY3800_01">
            <a:extLst>
              <a:ext uri="{FF2B5EF4-FFF2-40B4-BE49-F238E27FC236}">
                <a16:creationId xmlns:a16="http://schemas.microsoft.com/office/drawing/2014/main" id="{896B29F8-5403-4A24-B22D-5647D38B536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082" b="26897"/>
          <a:stretch>
            <a:fillRect/>
          </a:stretch>
        </p:blipFill>
        <p:spPr bwMode="auto">
          <a:xfrm>
            <a:off x="0" y="1025525"/>
            <a:ext cx="9144000" cy="530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E4AC912-D92A-4A6F-B91F-0C072482939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0"/>
            <a:ext cx="9144000" cy="712788"/>
          </a:xfrm>
          <a:prstGeom prst="rect">
            <a:avLst/>
          </a:prstGeom>
          <a:solidFill>
            <a:schemeClr val="tx1"/>
          </a:solidFill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20000"/>
              </a:spcBef>
              <a:spcAft>
                <a:spcPct val="20000"/>
              </a:spcAft>
              <a:defRPr/>
            </a:pPr>
            <a:r>
              <a:rPr lang="en-US" sz="3000" b="1">
                <a:solidFill>
                  <a:srgbClr val="ABA49A"/>
                </a:solidFill>
                <a:latin typeface="Times New Roman" charset="0"/>
                <a:cs typeface="Times New Roman" charset="0"/>
              </a:rPr>
              <a:t>CAMPBELL</a:t>
            </a:r>
            <a:r>
              <a:rPr lang="en-US" sz="3200" b="1">
                <a:solidFill>
                  <a:srgbClr val="ABA49A"/>
                </a:solidFill>
                <a:latin typeface="Times New Roman" charset="0"/>
                <a:cs typeface="Times New Roman" charset="0"/>
              </a:rPr>
              <a:t> </a:t>
            </a:r>
            <a:r>
              <a:rPr lang="en-US" sz="2800" b="1">
                <a:solidFill>
                  <a:srgbClr val="ABA49A"/>
                </a:solidFill>
                <a:latin typeface="Times New Roman" charset="0"/>
                <a:cs typeface="Times New Roman" charset="0"/>
              </a:rPr>
              <a:t> </a:t>
            </a:r>
            <a:r>
              <a:rPr lang="en-US" sz="3400" b="1">
                <a:solidFill>
                  <a:srgbClr val="F6C932"/>
                </a:solidFill>
                <a:latin typeface="Times New Roman" charset="0"/>
                <a:cs typeface="Times New Roman" charset="0"/>
              </a:rPr>
              <a:t>BIOLOGY IN FOCUS</a:t>
            </a:r>
            <a:endParaRPr lang="en-US" sz="1200">
              <a:solidFill>
                <a:srgbClr val="F6C932"/>
              </a:solidFill>
              <a:latin typeface="Times New Roman" charset="0"/>
              <a:cs typeface="Times New Roman" charset="0"/>
            </a:endParaRPr>
          </a:p>
        </p:txBody>
      </p:sp>
      <p:sp>
        <p:nvSpPr>
          <p:cNvPr id="6" name="Text Box 14">
            <a:extLst>
              <a:ext uri="{FF2B5EF4-FFF2-40B4-BE49-F238E27FC236}">
                <a16:creationId xmlns:a16="http://schemas.microsoft.com/office/drawing/2014/main" id="{10BDF2E1-917A-4268-B449-8D4AF31D35F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6327775"/>
            <a:ext cx="9144000" cy="542925"/>
          </a:xfrm>
          <a:prstGeom prst="rect">
            <a:avLst/>
          </a:prstGeom>
          <a:solidFill>
            <a:schemeClr val="tx1"/>
          </a:solidFill>
          <a:ln>
            <a:noFill/>
          </a:ln>
          <a:extLst/>
        </p:spPr>
        <p:txBody>
          <a:bodyPr lIns="0" tIns="0" rIns="0" bIns="0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900">
                <a:solidFill>
                  <a:schemeClr val="bg1"/>
                </a:solidFill>
              </a:rPr>
              <a:t>     © 2014 Pearson Education, Inc.</a:t>
            </a:r>
            <a:endParaRPr lang="en-US" altLang="en-US">
              <a:solidFill>
                <a:schemeClr val="bg1"/>
              </a:solidFill>
            </a:endParaRPr>
          </a:p>
        </p:txBody>
      </p:sp>
      <p:sp>
        <p:nvSpPr>
          <p:cNvPr id="7" name="Text Box 35">
            <a:extLst>
              <a:ext uri="{FF2B5EF4-FFF2-40B4-BE49-F238E27FC236}">
                <a16:creationId xmlns:a16="http://schemas.microsoft.com/office/drawing/2014/main" id="{911032ED-39B9-4E21-B7FC-479D496B54F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614363"/>
            <a:ext cx="9144000" cy="422275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20000"/>
              </a:spcBef>
              <a:spcAft>
                <a:spcPct val="20000"/>
              </a:spcAft>
              <a:defRPr/>
            </a:pPr>
            <a:r>
              <a:rPr lang="en-US" altLang="en-US" sz="1800">
                <a:solidFill>
                  <a:srgbClr val="ABA49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Urry  •  Cain  •  Wasserman  •  Minorsky  •  Jackson  •  Reece</a:t>
            </a:r>
            <a:endParaRPr lang="en-US" altLang="en-US" sz="2000">
              <a:solidFill>
                <a:srgbClr val="ABA49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BB354FEE-088D-45AD-A22B-A31068BACFB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60338" y="5711825"/>
            <a:ext cx="4419600" cy="469900"/>
          </a:xfrm>
          <a:prstGeom prst="rect">
            <a:avLst/>
          </a:prstGeom>
          <a:noFill/>
          <a:ln>
            <a:noFill/>
          </a:ln>
          <a:extLst/>
        </p:spPr>
        <p:txBody>
          <a:bodyPr lIns="0" tIns="0" rIns="0" bIns="0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sz="1400" b="1">
                <a:solidFill>
                  <a:schemeClr val="bg1"/>
                </a:solidFill>
                <a:cs typeface="Arial" charset="0"/>
              </a:rPr>
              <a:t>Lecture Presentations by </a:t>
            </a:r>
            <a:br>
              <a:rPr lang="en-US" sz="1400" b="1">
                <a:solidFill>
                  <a:schemeClr val="bg1"/>
                </a:solidFill>
                <a:cs typeface="Arial" charset="0"/>
              </a:rPr>
            </a:br>
            <a:r>
              <a:rPr lang="en-US" sz="1400" b="1">
                <a:solidFill>
                  <a:schemeClr val="bg1"/>
                </a:solidFill>
                <a:cs typeface="Arial" charset="0"/>
              </a:rPr>
              <a:t>Kathleen Fitzpatrick and Nicole Tunbridge</a:t>
            </a:r>
          </a:p>
        </p:txBody>
      </p:sp>
      <p:sp>
        <p:nvSpPr>
          <p:cNvPr id="508944" name="Rectangle 16"/>
          <p:cNvSpPr>
            <a:spLocks noGrp="1" noChangeArrowheads="1"/>
          </p:cNvSpPr>
          <p:nvPr>
            <p:ph type="subTitle" idx="1"/>
          </p:nvPr>
        </p:nvSpPr>
        <p:spPr>
          <a:xfrm>
            <a:off x="3400425" y="190500"/>
            <a:ext cx="5667375" cy="1096963"/>
          </a:xfrm>
        </p:spPr>
        <p:txBody>
          <a:bodyPr rIns="0" anchor="ctr"/>
          <a:lstStyle>
            <a:lvl1pPr>
              <a:buFont typeface="Wingdings" charset="2"/>
              <a:buNone/>
              <a:defRPr sz="5100">
                <a:solidFill>
                  <a:srgbClr val="0060AF"/>
                </a:solidFill>
                <a:latin typeface="Times New Roman" charset="0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08945" name="Rectangle 17"/>
          <p:cNvSpPr>
            <a:spLocks noGrp="1" noChangeArrowheads="1"/>
          </p:cNvSpPr>
          <p:nvPr>
            <p:ph type="ctrTitle" sz="quarter"/>
          </p:nvPr>
        </p:nvSpPr>
        <p:spPr>
          <a:xfrm>
            <a:off x="182563" y="190500"/>
            <a:ext cx="3089275" cy="1096963"/>
          </a:xfrm>
        </p:spPr>
        <p:txBody>
          <a:bodyPr anchor="ctr"/>
          <a:lstStyle>
            <a:lvl1pPr marL="0" indent="0">
              <a:defRPr sz="5000">
                <a:solidFill>
                  <a:schemeClr val="bg1"/>
                </a:solidFill>
                <a:latin typeface="Arial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23635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43107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58983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463" y="1279525"/>
            <a:ext cx="4311650" cy="5073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08513" y="1279525"/>
            <a:ext cx="4311650" cy="5073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76589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99713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79186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78471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887338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94133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00244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54813" y="182563"/>
            <a:ext cx="2203450" cy="61706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3" y="182563"/>
            <a:ext cx="6457950" cy="61706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21240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>
            <a:extLst>
              <a:ext uri="{FF2B5EF4-FFF2-40B4-BE49-F238E27FC236}">
                <a16:creationId xmlns:a16="http://schemas.microsoft.com/office/drawing/2014/main" id="{9833FDD7-B715-4B44-8A12-C448B42AD1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82563" y="182563"/>
            <a:ext cx="87757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8">
            <a:extLst>
              <a:ext uri="{FF2B5EF4-FFF2-40B4-BE49-F238E27FC236}">
                <a16:creationId xmlns:a16="http://schemas.microsoft.com/office/drawing/2014/main" id="{DF7F69CB-57EC-4A1C-B9D2-A50ADE12ED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44463" y="1279525"/>
            <a:ext cx="8775700" cy="5073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13716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702" r:id="rId1"/>
    <p:sldLayoutId id="2147484692" r:id="rId2"/>
    <p:sldLayoutId id="2147484693" r:id="rId3"/>
    <p:sldLayoutId id="2147484694" r:id="rId4"/>
    <p:sldLayoutId id="2147484695" r:id="rId5"/>
    <p:sldLayoutId id="2147484696" r:id="rId6"/>
    <p:sldLayoutId id="2147484697" r:id="rId7"/>
    <p:sldLayoutId id="2147484698" r:id="rId8"/>
    <p:sldLayoutId id="2147484699" r:id="rId9"/>
    <p:sldLayoutId id="2147484700" r:id="rId10"/>
    <p:sldLayoutId id="2147484701" r:id="rId11"/>
  </p:sldLayoutIdLst>
  <p:txStyles>
    <p:titleStyle>
      <a:lvl1pPr marL="450850" indent="-45085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+mj-lt"/>
          <a:ea typeface="MS PGothic" panose="020B0600070205080204" pitchFamily="34" charset="-128"/>
          <a:cs typeface="+mj-cs"/>
        </a:defRPr>
      </a:lvl1pPr>
      <a:lvl2pPr marL="450850" indent="-45085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Times New Roman" charset="0"/>
          <a:ea typeface="MS PGothic" panose="020B0600070205080204" pitchFamily="34" charset="-128"/>
          <a:cs typeface="Arial" charset="0"/>
        </a:defRPr>
      </a:lvl2pPr>
      <a:lvl3pPr marL="450850" indent="-45085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Times New Roman" charset="0"/>
          <a:ea typeface="MS PGothic" panose="020B0600070205080204" pitchFamily="34" charset="-128"/>
          <a:cs typeface="Arial" charset="0"/>
        </a:defRPr>
      </a:lvl3pPr>
      <a:lvl4pPr marL="450850" indent="-45085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Times New Roman" charset="0"/>
          <a:ea typeface="MS PGothic" panose="020B0600070205080204" pitchFamily="34" charset="-128"/>
          <a:cs typeface="Arial" charset="0"/>
        </a:defRPr>
      </a:lvl4pPr>
      <a:lvl5pPr marL="450850" indent="-45085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Times New Roman" charset="0"/>
          <a:ea typeface="MS PGothic" panose="020B0600070205080204" pitchFamily="34" charset="-128"/>
          <a:cs typeface="Arial" charset="0"/>
        </a:defRPr>
      </a:lvl5pPr>
      <a:lvl6pPr marL="908050" indent="-45085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Times New Roman" charset="0"/>
          <a:ea typeface="Arial" charset="0"/>
          <a:cs typeface="Arial" charset="0"/>
        </a:defRPr>
      </a:lvl6pPr>
      <a:lvl7pPr marL="1365250" indent="-45085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Times New Roman" charset="0"/>
          <a:ea typeface="Arial" charset="0"/>
          <a:cs typeface="Arial" charset="0"/>
        </a:defRPr>
      </a:lvl7pPr>
      <a:lvl8pPr marL="1822450" indent="-45085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Times New Roman" charset="0"/>
          <a:ea typeface="Arial" charset="0"/>
          <a:cs typeface="Arial" charset="0"/>
        </a:defRPr>
      </a:lvl8pPr>
      <a:lvl9pPr marL="2279650" indent="-45085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Times New Roman" charset="0"/>
          <a:ea typeface="Arial" charset="0"/>
          <a:cs typeface="Arial" charset="0"/>
        </a:defRPr>
      </a:lvl9pPr>
    </p:titleStyle>
    <p:bodyStyle>
      <a:lvl1pPr marL="342900" indent="-60325" algn="l" rtl="0" eaLnBrk="0" fontAlgn="base" hangingPunct="0">
        <a:spcBef>
          <a:spcPct val="20000"/>
        </a:spcBef>
        <a:spcAft>
          <a:spcPct val="20000"/>
        </a:spcAft>
        <a:buClr>
          <a:schemeClr val="tx2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Arial" charset="0"/>
          <a:ea typeface="MS PGothic" panose="020B0600070205080204" pitchFamily="34" charset="-128"/>
          <a:cs typeface="+mn-cs"/>
        </a:defRPr>
      </a:lvl1pPr>
      <a:lvl2pPr marL="798513" indent="-341313" algn="l" rtl="0" eaLnBrk="0" fontAlgn="base" hangingPunct="0">
        <a:spcBef>
          <a:spcPct val="20000"/>
        </a:spcBef>
        <a:spcAft>
          <a:spcPct val="20000"/>
        </a:spcAft>
        <a:buClr>
          <a:schemeClr val="tx2"/>
        </a:buClr>
        <a:buFont typeface="Wingdings" panose="05000000000000000000" pitchFamily="2" charset="2"/>
        <a:buChar char="§"/>
        <a:defRPr sz="2600">
          <a:solidFill>
            <a:schemeClr val="tx1"/>
          </a:solidFill>
          <a:latin typeface="Arial" charset="0"/>
          <a:ea typeface="+mn-ea"/>
          <a:cs typeface="+mn-cs"/>
        </a:defRPr>
      </a:lvl2pPr>
      <a:lvl3pPr marL="1485900" indent="-339725" algn="l" rtl="0" eaLnBrk="0" fontAlgn="base" hangingPunct="0">
        <a:spcBef>
          <a:spcPct val="20000"/>
        </a:spcBef>
        <a:spcAft>
          <a:spcPct val="20000"/>
        </a:spcAft>
        <a:buClr>
          <a:schemeClr val="tx2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charset="0"/>
          <a:ea typeface="+mn-ea"/>
          <a:cs typeface="+mn-cs"/>
        </a:defRPr>
      </a:lvl3pPr>
      <a:lvl4pPr marL="2176463" indent="-347663" algn="l" rtl="0" eaLnBrk="0" fontAlgn="base" hangingPunct="0">
        <a:spcBef>
          <a:spcPct val="20000"/>
        </a:spcBef>
        <a:spcAft>
          <a:spcPct val="20000"/>
        </a:spcAft>
        <a:buClr>
          <a:schemeClr val="tx2"/>
        </a:buClr>
        <a:buFont typeface="Wingdings" panose="05000000000000000000" pitchFamily="2" charset="2"/>
        <a:buChar char="§"/>
        <a:defRPr sz="2200">
          <a:solidFill>
            <a:schemeClr val="tx1"/>
          </a:solidFill>
          <a:latin typeface="Arial" charset="0"/>
          <a:ea typeface="+mn-ea"/>
          <a:cs typeface="+mn-cs"/>
        </a:defRPr>
      </a:lvl4pPr>
      <a:lvl5pPr marL="2859088" indent="-347663" algn="l" rtl="0" eaLnBrk="0" fontAlgn="base" hangingPunct="0">
        <a:spcBef>
          <a:spcPct val="20000"/>
        </a:spcBef>
        <a:spcAft>
          <a:spcPct val="20000"/>
        </a:spcAft>
        <a:buClr>
          <a:schemeClr val="tx2"/>
        </a:buClr>
        <a:buFont typeface="Wingdings" panose="05000000000000000000" pitchFamily="2" charset="2"/>
        <a:buChar char="§"/>
        <a:defRPr sz="2200">
          <a:solidFill>
            <a:schemeClr val="tx1"/>
          </a:solidFill>
          <a:latin typeface="Arial" charset="0"/>
          <a:ea typeface="+mn-ea"/>
          <a:cs typeface="+mn-cs"/>
        </a:defRPr>
      </a:lvl5pPr>
      <a:lvl6pPr marL="3316288" indent="-347663" algn="l" rtl="0" fontAlgn="base">
        <a:spcBef>
          <a:spcPct val="45000"/>
        </a:spcBef>
        <a:spcAft>
          <a:spcPct val="20000"/>
        </a:spcAft>
        <a:buClr>
          <a:schemeClr val="tx2"/>
        </a:buClr>
        <a:buFont typeface="Wingdings" charset="2"/>
        <a:buChar char="§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3773488" indent="-347663" algn="l" rtl="0" fontAlgn="base">
        <a:spcBef>
          <a:spcPct val="45000"/>
        </a:spcBef>
        <a:spcAft>
          <a:spcPct val="20000"/>
        </a:spcAft>
        <a:buClr>
          <a:schemeClr val="tx2"/>
        </a:buClr>
        <a:buFont typeface="Wingdings" charset="2"/>
        <a:buChar char="§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4230688" indent="-347663" algn="l" rtl="0" fontAlgn="base">
        <a:spcBef>
          <a:spcPct val="45000"/>
        </a:spcBef>
        <a:spcAft>
          <a:spcPct val="20000"/>
        </a:spcAft>
        <a:buClr>
          <a:schemeClr val="tx2"/>
        </a:buClr>
        <a:buFont typeface="Wingdings" charset="2"/>
        <a:buChar char="§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4687888" indent="-347663" algn="l" rtl="0" fontAlgn="base">
        <a:spcBef>
          <a:spcPct val="45000"/>
        </a:spcBef>
        <a:spcAft>
          <a:spcPct val="20000"/>
        </a:spcAft>
        <a:buClr>
          <a:schemeClr val="tx2"/>
        </a:buClr>
        <a:buFont typeface="Wingdings" charset="2"/>
        <a:buChar char="§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Relationship Id="rId5" Type="http://schemas.openxmlformats.org/officeDocument/2006/relationships/hyperlink" Target="http://www.mediaresource.org/instruct.htm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if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tiff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1" descr="Body Chemistry" title="Body Chemistry">
            <a:extLst>
              <a:ext uri="{FF2B5EF4-FFF2-40B4-BE49-F238E27FC236}">
                <a16:creationId xmlns:a16="http://schemas.microsoft.com/office/drawing/2014/main" id="{971B0615-8B1A-D346-BEE5-DAABBC1FE0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1938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1" name="FlagCount" hidden="1">
            <a:hlinkClick r:id="rId5" action="ppaction://hlinkfile"/>
            <a:extLst>
              <a:ext uri="{FF2B5EF4-FFF2-40B4-BE49-F238E27FC236}">
                <a16:creationId xmlns:a16="http://schemas.microsoft.com/office/drawing/2014/main" id="{B67BCF02-BD21-4B53-B74C-696B62BD80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5000" y="254000"/>
            <a:ext cx="381000" cy="3175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solidFill>
            <a:schemeClr val="accent1">
              <a:alpha val="25098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en-US" sz="1400" b="1"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8849CB-0122-0243-B23E-9A13CFB24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119" y="4861243"/>
            <a:ext cx="8775700" cy="822325"/>
          </a:xfrm>
        </p:spPr>
        <p:txBody>
          <a:bodyPr/>
          <a:lstStyle/>
          <a:p>
            <a:pPr algn="r">
              <a:defRPr/>
            </a:pPr>
            <a:r>
              <a:rPr lang="en-US" sz="8000" dirty="0">
                <a:ln w="38100">
                  <a:solidFill>
                    <a:schemeClr val="bg1"/>
                  </a:solidFill>
                </a:ln>
                <a:solidFill>
                  <a:srgbClr val="FF82EE"/>
                </a:solidFill>
                <a:effectLst>
                  <a:glow rad="101600">
                    <a:schemeClr val="tx1">
                      <a:alpha val="75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charset="0"/>
              </a:rPr>
              <a:t>Lecture 2:</a:t>
            </a:r>
            <a:br>
              <a:rPr lang="en-US" sz="8000" dirty="0">
                <a:ln w="38100">
                  <a:solidFill>
                    <a:schemeClr val="bg1"/>
                  </a:solidFill>
                </a:ln>
                <a:solidFill>
                  <a:srgbClr val="FF82EE"/>
                </a:solidFill>
                <a:effectLst>
                  <a:glow rad="101600">
                    <a:schemeClr val="tx1">
                      <a:alpha val="75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charset="0"/>
              </a:rPr>
            </a:br>
            <a:r>
              <a:rPr lang="en-US" sz="4800" dirty="0">
                <a:ln w="38100">
                  <a:solidFill>
                    <a:schemeClr val="bg1"/>
                  </a:solidFill>
                </a:ln>
                <a:solidFill>
                  <a:srgbClr val="FF82EE"/>
                </a:solidFill>
                <a:effectLst>
                  <a:glow rad="101600">
                    <a:schemeClr val="tx1">
                      <a:alpha val="75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charset="0"/>
              </a:rPr>
              <a:t>Body Chemistry</a:t>
            </a:r>
            <a:br>
              <a:rPr lang="en-US" sz="4800" dirty="0">
                <a:ln w="38100">
                  <a:solidFill>
                    <a:schemeClr val="bg1"/>
                  </a:solidFill>
                </a:ln>
                <a:solidFill>
                  <a:srgbClr val="FF82EE"/>
                </a:solidFill>
                <a:effectLst>
                  <a:glow rad="101600">
                    <a:schemeClr val="tx1">
                      <a:alpha val="75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charset="0"/>
              </a:rPr>
            </a:br>
            <a:endParaRPr lang="en-US" sz="4800" dirty="0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C38E7F7D-F2F6-2543-B93E-B4A9C7B7B2F3}"/>
              </a:ext>
            </a:extLst>
          </p:cNvPr>
          <p:cNvSpPr>
            <a:spLocks/>
          </p:cNvSpPr>
          <p:nvPr/>
        </p:nvSpPr>
        <p:spPr bwMode="auto">
          <a:xfrm>
            <a:off x="0" y="931326"/>
            <a:ext cx="9144000" cy="1524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en-US" sz="32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B27A73D-854D-C440-BDAF-F90C6F468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800" dirty="0">
                <a:solidFill>
                  <a:schemeClr val="tx1"/>
                </a:solidFill>
                <a:latin typeface="+mj-ea"/>
                <a:ea typeface="+mj-ea"/>
              </a:rPr>
              <a:t>OVERVIEW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50E16592-D136-9841-961A-2AF0C0AE05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" y="1201738"/>
            <a:ext cx="9090025" cy="565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137160" bIns="0" numCol="1" anchor="t" anchorCtr="0" compatLnSpc="1">
            <a:prstTxWarp prst="textNoShape">
              <a:avLst/>
            </a:prstTxWarp>
          </a:bodyPr>
          <a:lstStyle>
            <a:lvl1pPr marL="342900" indent="-60325" algn="l" rtl="0" eaLnBrk="0" fontAlgn="base" hangingPunct="0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charset="0"/>
                <a:ea typeface="MS PGothic" panose="020B0600070205080204" pitchFamily="34" charset="-128"/>
                <a:cs typeface="+mn-cs"/>
              </a:defRPr>
            </a:lvl1pPr>
            <a:lvl2pPr marL="798513" indent="-341313" algn="l" rtl="0" eaLnBrk="0" fontAlgn="base" hangingPunct="0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6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485900" indent="-339725" algn="l" rtl="0" eaLnBrk="0" fontAlgn="base" hangingPunct="0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2176463" indent="-347663" algn="l" rtl="0" eaLnBrk="0" fontAlgn="base" hangingPunct="0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859088" indent="-347663" algn="l" rtl="0" eaLnBrk="0" fontAlgn="base" hangingPunct="0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316288" indent="-347663" algn="l" rtl="0" fontAlgn="base">
              <a:spcBef>
                <a:spcPct val="45000"/>
              </a:spcBef>
              <a:spcAft>
                <a:spcPct val="20000"/>
              </a:spcAft>
              <a:buClr>
                <a:schemeClr val="tx2"/>
              </a:buClr>
              <a:buFont typeface="Wingdings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773488" indent="-347663" algn="l" rtl="0" fontAlgn="base">
              <a:spcBef>
                <a:spcPct val="45000"/>
              </a:spcBef>
              <a:spcAft>
                <a:spcPct val="20000"/>
              </a:spcAft>
              <a:buClr>
                <a:schemeClr val="tx2"/>
              </a:buClr>
              <a:buFont typeface="Wingdings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30688" indent="-347663" algn="l" rtl="0" fontAlgn="base">
              <a:spcBef>
                <a:spcPct val="45000"/>
              </a:spcBef>
              <a:spcAft>
                <a:spcPct val="20000"/>
              </a:spcAft>
              <a:buClr>
                <a:schemeClr val="tx2"/>
              </a:buClr>
              <a:buFont typeface="Wingdings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87888" indent="-347663" algn="l" rtl="0" fontAlgn="base">
              <a:spcBef>
                <a:spcPct val="45000"/>
              </a:spcBef>
              <a:spcAft>
                <a:spcPct val="20000"/>
              </a:spcAft>
              <a:buClr>
                <a:schemeClr val="tx2"/>
              </a:buClr>
              <a:buFont typeface="Wingdings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 eaLnBrk="1" hangingPunct="1">
              <a:buFont typeface="+mj-lt"/>
              <a:buAutoNum type="arabicPeriod"/>
            </a:pPr>
            <a:r>
              <a:rPr lang="en-US" sz="3200" b="1" kern="0">
                <a:solidFill>
                  <a:srgbClr val="FF0000"/>
                </a:solidFill>
              </a:rPr>
              <a:t>Structure vs. Function </a:t>
            </a:r>
            <a:r>
              <a:rPr lang="en-US" sz="3200" kern="0">
                <a:solidFill>
                  <a:srgbClr val="FF0000"/>
                </a:solidFill>
              </a:rPr>
              <a:t>– </a:t>
            </a:r>
            <a:r>
              <a:rPr lang="en-US" sz="3200" i="1" kern="0">
                <a:solidFill>
                  <a:srgbClr val="FF0000"/>
                </a:solidFill>
              </a:rPr>
              <a:t>how does anatomy control physiology?</a:t>
            </a:r>
          </a:p>
          <a:p>
            <a:pPr marL="514350" indent="-514350" eaLnBrk="1" hangingPunct="1">
              <a:buFont typeface="+mj-lt"/>
              <a:buAutoNum type="arabicPeriod"/>
            </a:pPr>
            <a:endParaRPr lang="en-US" sz="1200" i="1" kern="0">
              <a:solidFill>
                <a:srgbClr val="FF0000"/>
              </a:solidFill>
            </a:endParaRPr>
          </a:p>
          <a:p>
            <a:pPr marL="514350" indent="-514350" eaLnBrk="1" hangingPunct="1">
              <a:buFont typeface="+mj-lt"/>
              <a:buAutoNum type="arabicPeriod"/>
            </a:pPr>
            <a:r>
              <a:rPr lang="en-US" sz="3200" b="1" kern="0"/>
              <a:t>Body Organization: </a:t>
            </a:r>
            <a:r>
              <a:rPr lang="en-US" sz="3200" b="1" i="1" kern="0"/>
              <a:t>Organic Molecules </a:t>
            </a:r>
            <a:r>
              <a:rPr lang="en-US" sz="3200" kern="0"/>
              <a:t>– </a:t>
            </a:r>
            <a:r>
              <a:rPr lang="en-US" sz="3200" i="1" kern="0"/>
              <a:t>what molecules make up the human body</a:t>
            </a:r>
          </a:p>
          <a:p>
            <a:pPr marL="514350" indent="-514350" eaLnBrk="1" hangingPunct="1">
              <a:buFont typeface="+mj-lt"/>
              <a:buAutoNum type="arabicPeriod"/>
            </a:pPr>
            <a:endParaRPr lang="en-US" sz="1200" i="1" kern="0"/>
          </a:p>
          <a:p>
            <a:pPr marL="514350" indent="-514350" eaLnBrk="1" hangingPunct="1">
              <a:buFont typeface="+mj-lt"/>
              <a:buAutoNum type="arabicPeriod"/>
            </a:pPr>
            <a:r>
              <a:rPr lang="en-US" sz="3200" b="1" kern="0"/>
              <a:t>Diffusion and Osmosis </a:t>
            </a:r>
            <a:r>
              <a:rPr lang="en-US" sz="3200" kern="0"/>
              <a:t>– </a:t>
            </a:r>
            <a:r>
              <a:rPr lang="en-US" sz="3200" i="1" kern="0"/>
              <a:t>how and why do molecules move?</a:t>
            </a:r>
          </a:p>
          <a:p>
            <a:pPr marL="514350" indent="-514350" eaLnBrk="1" hangingPunct="1">
              <a:buFont typeface="+mj-lt"/>
              <a:buAutoNum type="arabicPeriod"/>
            </a:pPr>
            <a:endParaRPr lang="en-US" sz="1200" i="1" kern="0"/>
          </a:p>
          <a:p>
            <a:pPr marL="514350" indent="-514350" eaLnBrk="1" hangingPunct="1">
              <a:buFont typeface="+mj-lt"/>
              <a:buAutoNum type="arabicPeriod"/>
            </a:pPr>
            <a:r>
              <a:rPr lang="en-US" sz="3200" b="1" kern="0"/>
              <a:t>Body Organization: </a:t>
            </a:r>
            <a:r>
              <a:rPr lang="en-US" sz="3200" b="1" i="1" kern="0"/>
              <a:t>The Cell </a:t>
            </a:r>
            <a:r>
              <a:rPr lang="en-US" sz="3200" i="1" kern="0"/>
              <a:t>– how does the plasma membrane function?</a:t>
            </a:r>
          </a:p>
          <a:p>
            <a:pPr marL="1587" indent="0" eaLnBrk="1" hangingPunct="1">
              <a:buFont typeface="Wingdings" panose="05000000000000000000" pitchFamily="2" charset="2"/>
              <a:buNone/>
            </a:pPr>
            <a:endParaRPr lang="en-US" sz="3400" kern="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6700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677F6C9-94F9-414D-9B2F-C5E8E9E29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16" y="163558"/>
            <a:ext cx="4831397" cy="626610"/>
          </a:xfrm>
        </p:spPr>
        <p:txBody>
          <a:bodyPr/>
          <a:lstStyle/>
          <a:p>
            <a:r>
              <a:rPr lang="en-US" sz="4800" dirty="0">
                <a:latin typeface="Arial" charset="0"/>
              </a:rPr>
              <a:t>HOMEOSTASIS</a:t>
            </a:r>
            <a:br>
              <a:rPr lang="en-US" sz="4800" dirty="0">
                <a:latin typeface="Arial" charset="0"/>
              </a:rPr>
            </a:br>
            <a:endParaRPr lang="en-US" sz="4800" dirty="0"/>
          </a:p>
        </p:txBody>
      </p:sp>
      <p:sp>
        <p:nvSpPr>
          <p:cNvPr id="50178" name="Rectangle 7">
            <a:extLst>
              <a:ext uri="{FF2B5EF4-FFF2-40B4-BE49-F238E27FC236}">
                <a16:creationId xmlns:a16="http://schemas.microsoft.com/office/drawing/2014/main" id="{E5239AD3-B42B-DC47-88E8-E25B5F98354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Must be maintained in order to survive</a:t>
            </a:r>
          </a:p>
          <a:p>
            <a:pPr lvl="1"/>
            <a:r>
              <a:rPr lang="en-US" b="1" dirty="0"/>
              <a:t>Homeostasis</a:t>
            </a:r>
            <a:r>
              <a:rPr lang="en-US" dirty="0"/>
              <a:t> is what makes organisms different from their environment</a:t>
            </a:r>
          </a:p>
          <a:p>
            <a:pPr lvl="1"/>
            <a:r>
              <a:rPr lang="en-US" dirty="0"/>
              <a:t>Disease occurs when homeostatic responses fail</a:t>
            </a:r>
          </a:p>
          <a:p>
            <a:r>
              <a:rPr lang="en-US" dirty="0"/>
              <a:t> Accomplished by organ systems functioning together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16387" name="Line 6">
            <a:extLst>
              <a:ext uri="{FF2B5EF4-FFF2-40B4-BE49-F238E27FC236}">
                <a16:creationId xmlns:a16="http://schemas.microsoft.com/office/drawing/2014/main" id="{68A6421B-D1B8-4052-9296-2A3AF7151AF4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563" y="1095375"/>
            <a:ext cx="8775700" cy="0"/>
          </a:xfrm>
          <a:prstGeom prst="line">
            <a:avLst/>
          </a:prstGeom>
          <a:noFill/>
          <a:ln w="76200">
            <a:solidFill>
              <a:srgbClr val="9D001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AE37B4D-CA4D-F043-B76E-57DAC9DB8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16" y="132069"/>
            <a:ext cx="7045824" cy="822325"/>
          </a:xfrm>
        </p:spPr>
        <p:txBody>
          <a:bodyPr/>
          <a:lstStyle/>
          <a:p>
            <a:r>
              <a:rPr lang="en-US" sz="4800" dirty="0">
                <a:latin typeface="Arial" charset="0"/>
              </a:rPr>
              <a:t>ORGANIC MOLECULES</a:t>
            </a:r>
            <a:br>
              <a:rPr lang="en-US" sz="4800" dirty="0">
                <a:latin typeface="Arial" charset="0"/>
              </a:rPr>
            </a:br>
            <a:endParaRPr lang="en-US" sz="4800" dirty="0"/>
          </a:p>
        </p:txBody>
      </p:sp>
      <p:sp>
        <p:nvSpPr>
          <p:cNvPr id="20481" name="Rectangle 3">
            <a:extLst>
              <a:ext uri="{FF2B5EF4-FFF2-40B4-BE49-F238E27FC236}">
                <a16:creationId xmlns:a16="http://schemas.microsoft.com/office/drawing/2014/main" id="{F266CA0B-5719-4C72-B892-E238FE564B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Water</a:t>
            </a:r>
          </a:p>
          <a:p>
            <a:r>
              <a:rPr lang="en-US" altLang="en-US"/>
              <a:t>Carbohydrates</a:t>
            </a:r>
          </a:p>
          <a:p>
            <a:r>
              <a:rPr lang="en-US" altLang="en-US"/>
              <a:t>Proteins</a:t>
            </a:r>
          </a:p>
          <a:p>
            <a:r>
              <a:rPr lang="en-US" altLang="en-US"/>
              <a:t>Lipids</a:t>
            </a:r>
          </a:p>
          <a:p>
            <a:r>
              <a:rPr lang="en-US" altLang="en-US"/>
              <a:t>Nucleic acids</a:t>
            </a:r>
          </a:p>
          <a:p>
            <a:r>
              <a:rPr lang="en-US" altLang="en-US"/>
              <a:t>Adenosine Triphosphate (ATP)</a:t>
            </a:r>
          </a:p>
          <a:p>
            <a:r>
              <a:rPr lang="en-US" altLang="en-US"/>
              <a:t>Electrolytes</a:t>
            </a:r>
          </a:p>
          <a:p>
            <a:endParaRPr lang="en-US" altLang="en-US"/>
          </a:p>
          <a:p>
            <a:endParaRPr lang="en-US" altLang="en-US"/>
          </a:p>
        </p:txBody>
      </p:sp>
      <p:sp>
        <p:nvSpPr>
          <p:cNvPr id="20482" name="Line 6">
            <a:extLst>
              <a:ext uri="{FF2B5EF4-FFF2-40B4-BE49-F238E27FC236}">
                <a16:creationId xmlns:a16="http://schemas.microsoft.com/office/drawing/2014/main" id="{9D81BE33-7FF5-4F6D-B5A9-E0E0E7F5F4D3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563" y="1184275"/>
            <a:ext cx="8775700" cy="0"/>
          </a:xfrm>
          <a:prstGeom prst="line">
            <a:avLst/>
          </a:prstGeom>
          <a:noFill/>
          <a:ln w="76200">
            <a:solidFill>
              <a:srgbClr val="9D001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FEACC43-2216-574F-B735-E17B656CA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16" y="133963"/>
            <a:ext cx="7925117" cy="822325"/>
          </a:xfrm>
        </p:spPr>
        <p:txBody>
          <a:bodyPr/>
          <a:lstStyle/>
          <a:p>
            <a:pPr eaLnBrk="1" hangingPunct="1"/>
            <a:r>
              <a:rPr lang="en-US" sz="4000" dirty="0">
                <a:latin typeface="Arial" charset="0"/>
              </a:rPr>
              <a:t>ORGANIC MOLECULES: WATER</a:t>
            </a:r>
          </a:p>
        </p:txBody>
      </p:sp>
      <p:sp>
        <p:nvSpPr>
          <p:cNvPr id="101377" name="Rectangle 3">
            <a:extLst>
              <a:ext uri="{FF2B5EF4-FFF2-40B4-BE49-F238E27FC236}">
                <a16:creationId xmlns:a16="http://schemas.microsoft.com/office/drawing/2014/main" id="{BB768089-83EA-BA42-9686-07011E1949C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lIns="91440" tIns="45720" rIns="91440" bIns="45720"/>
          <a:lstStyle/>
          <a:p>
            <a:pPr marL="279400" indent="-279400" eaLnBrk="1" hangingPunct="1">
              <a:buClr>
                <a:srgbClr val="0060AF"/>
              </a:buClr>
              <a:buFont typeface="Wingdings" charset="0"/>
              <a:buChar char="§"/>
              <a:defRPr/>
            </a:pPr>
            <a:r>
              <a:rPr lang="en-US" dirty="0">
                <a:ea typeface="MS PGothic" charset="0"/>
              </a:rPr>
              <a:t>A </a:t>
            </a:r>
            <a:r>
              <a:rPr lang="en-US" b="1" dirty="0">
                <a:ea typeface="MS PGothic" charset="0"/>
              </a:rPr>
              <a:t>solution </a:t>
            </a:r>
            <a:r>
              <a:rPr lang="en-US" dirty="0">
                <a:ea typeface="MS PGothic" charset="0"/>
              </a:rPr>
              <a:t>is a liquid that is a homogeneous mixture of substances</a:t>
            </a:r>
          </a:p>
          <a:p>
            <a:pPr marL="0" indent="0" eaLnBrk="1" hangingPunct="1">
              <a:buClr>
                <a:srgbClr val="0060AF"/>
              </a:buClr>
              <a:buFont typeface="Wingdings" charset="0"/>
              <a:buNone/>
              <a:defRPr/>
            </a:pPr>
            <a:endParaRPr lang="en-US" dirty="0">
              <a:ea typeface="MS PGothic" charset="0"/>
            </a:endParaRPr>
          </a:p>
          <a:p>
            <a:pPr marL="279400" indent="-279400" eaLnBrk="1" hangingPunct="1">
              <a:buClr>
                <a:srgbClr val="0060AF"/>
              </a:buClr>
              <a:buFont typeface="Wingdings" charset="0"/>
              <a:buChar char="§"/>
              <a:defRPr/>
            </a:pPr>
            <a:r>
              <a:rPr lang="en-US" dirty="0">
                <a:ea typeface="MS PGothic" charset="0"/>
              </a:rPr>
              <a:t>A </a:t>
            </a:r>
            <a:r>
              <a:rPr lang="en-US" b="1" dirty="0">
                <a:ea typeface="MS PGothic" charset="0"/>
              </a:rPr>
              <a:t>solvent </a:t>
            </a:r>
            <a:r>
              <a:rPr lang="en-US" dirty="0">
                <a:ea typeface="MS PGothic" charset="0"/>
              </a:rPr>
              <a:t>is the dissolving agent of a solution</a:t>
            </a:r>
          </a:p>
          <a:p>
            <a:pPr marL="0" indent="0" eaLnBrk="1" hangingPunct="1">
              <a:buClr>
                <a:srgbClr val="0060AF"/>
              </a:buClr>
              <a:buFont typeface="Wingdings" charset="0"/>
              <a:buNone/>
              <a:defRPr/>
            </a:pPr>
            <a:endParaRPr lang="en-US" dirty="0">
              <a:ea typeface="MS PGothic" charset="0"/>
            </a:endParaRPr>
          </a:p>
          <a:p>
            <a:pPr marL="279400" indent="-279400" eaLnBrk="1" hangingPunct="1">
              <a:buClr>
                <a:srgbClr val="0060AF"/>
              </a:buClr>
              <a:buFont typeface="Wingdings" charset="0"/>
              <a:buChar char="§"/>
              <a:defRPr/>
            </a:pPr>
            <a:r>
              <a:rPr lang="en-US" dirty="0">
                <a:ea typeface="MS PGothic" charset="0"/>
              </a:rPr>
              <a:t>The </a:t>
            </a:r>
            <a:r>
              <a:rPr lang="en-US" b="1" dirty="0">
                <a:ea typeface="MS PGothic" charset="0"/>
              </a:rPr>
              <a:t>solute </a:t>
            </a:r>
            <a:r>
              <a:rPr lang="en-US" dirty="0">
                <a:ea typeface="MS PGothic" charset="0"/>
              </a:rPr>
              <a:t>is the substance that is dissolved</a:t>
            </a:r>
          </a:p>
        </p:txBody>
      </p:sp>
      <p:sp>
        <p:nvSpPr>
          <p:cNvPr id="22530" name="Line 6">
            <a:extLst>
              <a:ext uri="{FF2B5EF4-FFF2-40B4-BE49-F238E27FC236}">
                <a16:creationId xmlns:a16="http://schemas.microsoft.com/office/drawing/2014/main" id="{9C988B72-EDA6-45E9-A41C-A372E6DFCDFC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563" y="1095375"/>
            <a:ext cx="8775700" cy="0"/>
          </a:xfrm>
          <a:prstGeom prst="line">
            <a:avLst/>
          </a:prstGeom>
          <a:noFill/>
          <a:ln w="76200">
            <a:solidFill>
              <a:srgbClr val="9D001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>
            <a:extLst>
              <a:ext uri="{FF2B5EF4-FFF2-40B4-BE49-F238E27FC236}">
                <a16:creationId xmlns:a16="http://schemas.microsoft.com/office/drawing/2014/main" id="{53F57E9E-22DD-4837-B981-ECE0FD0DCD1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lIns="91440" tIns="45720" rIns="91440" bIns="45720"/>
          <a:lstStyle/>
          <a:p>
            <a:pPr marL="279400" indent="-279400" eaLnBrk="1" hangingPunct="1">
              <a:buClr>
                <a:srgbClr val="0060AF"/>
              </a:buClr>
            </a:pPr>
            <a:r>
              <a:rPr lang="en-US" altLang="en-US" dirty="0">
                <a:latin typeface="Arial" panose="020B0604020202020204" pitchFamily="34" charset="0"/>
              </a:rPr>
              <a:t>Water is a versatile </a:t>
            </a:r>
            <a:r>
              <a:rPr lang="en-US" altLang="en-US" b="1" dirty="0">
                <a:latin typeface="Arial" panose="020B0604020202020204" pitchFamily="34" charset="0"/>
              </a:rPr>
              <a:t>solvent</a:t>
            </a:r>
            <a:r>
              <a:rPr lang="en-US" altLang="en-US" dirty="0">
                <a:latin typeface="Arial" panose="020B0604020202020204" pitchFamily="34" charset="0"/>
              </a:rPr>
              <a:t> due to its charge, which allows it to attract other charged molecules</a:t>
            </a:r>
          </a:p>
        </p:txBody>
      </p:sp>
      <p:sp>
        <p:nvSpPr>
          <p:cNvPr id="24578" name="Line 6">
            <a:extLst>
              <a:ext uri="{FF2B5EF4-FFF2-40B4-BE49-F238E27FC236}">
                <a16:creationId xmlns:a16="http://schemas.microsoft.com/office/drawing/2014/main" id="{D9D56F7F-C832-4EDD-8E5C-3DBE81C5537B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563" y="1095375"/>
            <a:ext cx="8775700" cy="0"/>
          </a:xfrm>
          <a:prstGeom prst="line">
            <a:avLst/>
          </a:prstGeom>
          <a:noFill/>
          <a:ln w="76200">
            <a:solidFill>
              <a:srgbClr val="9D001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24579" name="Picture 46" descr="Water dissolves salt due to it's charge." title="Water is a solvent">
            <a:extLst>
              <a:ext uri="{FF2B5EF4-FFF2-40B4-BE49-F238E27FC236}">
                <a16:creationId xmlns:a16="http://schemas.microsoft.com/office/drawing/2014/main" id="{66F1762E-AB99-45A7-9A53-46F711C8DB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94"/>
          <a:stretch>
            <a:fillRect/>
          </a:stretch>
        </p:blipFill>
        <p:spPr bwMode="auto">
          <a:xfrm>
            <a:off x="2573338" y="2422525"/>
            <a:ext cx="4165600" cy="391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le 2">
            <a:extLst>
              <a:ext uri="{FF2B5EF4-FFF2-40B4-BE49-F238E27FC236}">
                <a16:creationId xmlns:a16="http://schemas.microsoft.com/office/drawing/2014/main" id="{FEC2FB7E-A9F3-EC48-B4CF-3CA2EDBC6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16" y="133963"/>
            <a:ext cx="7925117" cy="822325"/>
          </a:xfrm>
        </p:spPr>
        <p:txBody>
          <a:bodyPr/>
          <a:lstStyle/>
          <a:p>
            <a:pPr eaLnBrk="1" hangingPunct="1"/>
            <a:r>
              <a:rPr lang="en-US" sz="4000" dirty="0">
                <a:latin typeface="Arial" charset="0"/>
              </a:rPr>
              <a:t>ORGANIC MOLECULES: WATER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3">
            <a:extLst>
              <a:ext uri="{FF2B5EF4-FFF2-40B4-BE49-F238E27FC236}">
                <a16:creationId xmlns:a16="http://schemas.microsoft.com/office/drawing/2014/main" id="{A3997E40-320B-437E-B236-77EFE2FA355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lIns="91440" tIns="45720" rIns="91440" bIns="45720"/>
          <a:lstStyle/>
          <a:p>
            <a:pPr marL="279400" indent="-279400" eaLnBrk="1" hangingPunct="1">
              <a:buClr>
                <a:srgbClr val="0060AF"/>
              </a:buClr>
            </a:pPr>
            <a:r>
              <a:rPr lang="en-US" altLang="en-US" dirty="0">
                <a:latin typeface="Arial" panose="020B0604020202020204" pitchFamily="34" charset="0"/>
              </a:rPr>
              <a:t>A </a:t>
            </a:r>
            <a:r>
              <a:rPr lang="en-US" altLang="en-US" b="1" dirty="0">
                <a:latin typeface="Arial" panose="020B0604020202020204" pitchFamily="34" charset="0"/>
              </a:rPr>
              <a:t>hydrophilic </a:t>
            </a:r>
            <a:r>
              <a:rPr lang="en-US" altLang="en-US" dirty="0">
                <a:latin typeface="Arial" panose="020B0604020202020204" pitchFamily="34" charset="0"/>
              </a:rPr>
              <a:t>substance is one that has an affinity for water</a:t>
            </a:r>
          </a:p>
          <a:p>
            <a:pPr marL="735013" lvl="1" indent="-279400" eaLnBrk="1" hangingPunct="1">
              <a:buClr>
                <a:srgbClr val="0060AF"/>
              </a:buClr>
            </a:pPr>
            <a:r>
              <a:rPr lang="en-US" altLang="en-US" dirty="0">
                <a:latin typeface="Arial" panose="020B0604020202020204" pitchFamily="34" charset="0"/>
              </a:rPr>
              <a:t>These are typically </a:t>
            </a:r>
            <a:r>
              <a:rPr lang="en-US" altLang="en-US" b="1" dirty="0">
                <a:latin typeface="Arial" panose="020B0604020202020204" pitchFamily="34" charset="0"/>
              </a:rPr>
              <a:t>charged</a:t>
            </a:r>
            <a:r>
              <a:rPr lang="en-US" altLang="en-US" dirty="0">
                <a:latin typeface="Arial" panose="020B0604020202020204" pitchFamily="34" charset="0"/>
              </a:rPr>
              <a:t> substances because the charges are attracted to a water molecule</a:t>
            </a:r>
            <a:r>
              <a:rPr lang="ja-JP" altLang="en-US">
                <a:latin typeface="Arial" panose="020B0604020202020204" pitchFamily="34" charset="0"/>
              </a:rPr>
              <a:t>’</a:t>
            </a:r>
            <a:r>
              <a:rPr lang="en-US" altLang="ja-JP" dirty="0">
                <a:latin typeface="Arial" panose="020B0604020202020204" pitchFamily="34" charset="0"/>
              </a:rPr>
              <a:t>s charge</a:t>
            </a:r>
          </a:p>
          <a:p>
            <a:pPr marL="279400" indent="-279400" eaLnBrk="1" hangingPunct="1">
              <a:buClr>
                <a:srgbClr val="0060AF"/>
              </a:buClr>
            </a:pPr>
            <a:r>
              <a:rPr lang="en-US" altLang="en-US" dirty="0">
                <a:latin typeface="Arial" panose="020B0604020202020204" pitchFamily="34" charset="0"/>
              </a:rPr>
              <a:t>A </a:t>
            </a:r>
            <a:r>
              <a:rPr lang="en-US" altLang="en-US" b="1" dirty="0">
                <a:latin typeface="Arial" panose="020B0604020202020204" pitchFamily="34" charset="0"/>
              </a:rPr>
              <a:t>hydrophobic </a:t>
            </a:r>
            <a:r>
              <a:rPr lang="en-US" altLang="en-US" dirty="0">
                <a:latin typeface="Arial" panose="020B0604020202020204" pitchFamily="34" charset="0"/>
              </a:rPr>
              <a:t>substance is one that does not have an affinity for water</a:t>
            </a:r>
          </a:p>
          <a:p>
            <a:pPr marL="735013" lvl="1" indent="-279400" eaLnBrk="1" hangingPunct="1">
              <a:buClr>
                <a:srgbClr val="0060AF"/>
              </a:buClr>
            </a:pPr>
            <a:r>
              <a:rPr lang="en-US" altLang="en-US" dirty="0">
                <a:latin typeface="Arial" panose="020B0604020202020204" pitchFamily="34" charset="0"/>
              </a:rPr>
              <a:t>These are typically </a:t>
            </a:r>
            <a:r>
              <a:rPr lang="en-US" altLang="en-US" b="1" dirty="0">
                <a:latin typeface="Arial" panose="020B0604020202020204" pitchFamily="34" charset="0"/>
              </a:rPr>
              <a:t>uncharged</a:t>
            </a:r>
            <a:r>
              <a:rPr lang="en-US" altLang="en-US" dirty="0">
                <a:latin typeface="Arial" panose="020B0604020202020204" pitchFamily="34" charset="0"/>
              </a:rPr>
              <a:t> substances because they repelled by a water molecule</a:t>
            </a:r>
            <a:r>
              <a:rPr lang="ja-JP" altLang="en-US">
                <a:latin typeface="Arial" panose="020B0604020202020204" pitchFamily="34" charset="0"/>
              </a:rPr>
              <a:t>’</a:t>
            </a:r>
            <a:r>
              <a:rPr lang="en-US" altLang="ja-JP" dirty="0">
                <a:latin typeface="Arial" panose="020B0604020202020204" pitchFamily="34" charset="0"/>
              </a:rPr>
              <a:t>s charge</a:t>
            </a:r>
          </a:p>
          <a:p>
            <a:pPr marL="279400" indent="-279400" eaLnBrk="1" hangingPunct="1">
              <a:buClr>
                <a:srgbClr val="0060AF"/>
              </a:buClr>
            </a:pPr>
            <a:r>
              <a:rPr lang="en-US" altLang="en-US" dirty="0">
                <a:latin typeface="Arial" panose="020B0604020202020204" pitchFamily="34" charset="0"/>
              </a:rPr>
              <a:t>Example) Oil molecules are hydrophobic because they have uncharged bonds</a:t>
            </a:r>
          </a:p>
        </p:txBody>
      </p:sp>
      <p:sp>
        <p:nvSpPr>
          <p:cNvPr id="26626" name="Line 6">
            <a:extLst>
              <a:ext uri="{FF2B5EF4-FFF2-40B4-BE49-F238E27FC236}">
                <a16:creationId xmlns:a16="http://schemas.microsoft.com/office/drawing/2014/main" id="{DA541B7A-65C8-4D8E-8038-64A5EF8FDF55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563" y="1095375"/>
            <a:ext cx="8775700" cy="0"/>
          </a:xfrm>
          <a:prstGeom prst="line">
            <a:avLst/>
          </a:prstGeom>
          <a:noFill/>
          <a:ln w="76200">
            <a:solidFill>
              <a:srgbClr val="9D001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FB12DFD6-8068-F04D-8D3D-6F06B0EBE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16" y="133963"/>
            <a:ext cx="7925117" cy="822325"/>
          </a:xfrm>
        </p:spPr>
        <p:txBody>
          <a:bodyPr/>
          <a:lstStyle/>
          <a:p>
            <a:pPr eaLnBrk="1" hangingPunct="1"/>
            <a:r>
              <a:rPr lang="en-US" sz="4000" dirty="0">
                <a:latin typeface="Arial" charset="0"/>
              </a:rPr>
              <a:t>ORGANIC MOLECULES: WATER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DF1EC3A-EF49-A646-B512-E2EC15807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3"/>
            <a:ext cx="9144000" cy="822325"/>
          </a:xfrm>
        </p:spPr>
        <p:txBody>
          <a:bodyPr/>
          <a:lstStyle/>
          <a:p>
            <a:pPr algn="ctr" eaLnBrk="1" hangingPunct="1"/>
            <a:r>
              <a:rPr lang="en-US" sz="3200" dirty="0">
                <a:latin typeface="Arial" charset="0"/>
              </a:rPr>
              <a:t>ORGANIC MOLECULES:</a:t>
            </a:r>
            <a:br>
              <a:rPr lang="en-US" sz="3200" dirty="0">
                <a:latin typeface="Arial" charset="0"/>
              </a:rPr>
            </a:br>
            <a:r>
              <a:rPr lang="en-US" sz="3200" dirty="0">
                <a:latin typeface="Arial" charset="0"/>
              </a:rPr>
              <a:t>CARBOHYDRATES</a:t>
            </a:r>
            <a:endParaRPr lang="en-US" dirty="0"/>
          </a:p>
        </p:txBody>
      </p:sp>
      <p:sp>
        <p:nvSpPr>
          <p:cNvPr id="111618" name="Content Placeholder 9">
            <a:extLst>
              <a:ext uri="{FF2B5EF4-FFF2-40B4-BE49-F238E27FC236}">
                <a16:creationId xmlns:a16="http://schemas.microsoft.com/office/drawing/2014/main" id="{62726246-8D13-A045-826D-878A78BF22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/>
              <a:t> </a:t>
            </a:r>
            <a:r>
              <a:rPr lang="en-US" sz="3600" b="1" dirty="0"/>
              <a:t>Carbohydrates</a:t>
            </a:r>
            <a:r>
              <a:rPr lang="en-US" sz="3600" dirty="0"/>
              <a:t> are organic molecules involved with energy, metabolism, and structural support</a:t>
            </a:r>
          </a:p>
          <a:p>
            <a:pPr lvl="1"/>
            <a:r>
              <a:rPr lang="en-US" sz="3200" dirty="0"/>
              <a:t>Contain oxygen</a:t>
            </a:r>
          </a:p>
          <a:p>
            <a:endParaRPr lang="en-US" sz="3200" dirty="0"/>
          </a:p>
        </p:txBody>
      </p:sp>
      <p:sp>
        <p:nvSpPr>
          <p:cNvPr id="28674" name="Rectangle 4">
            <a:extLst>
              <a:ext uri="{FF2B5EF4-FFF2-40B4-BE49-F238E27FC236}">
                <a16:creationId xmlns:a16="http://schemas.microsoft.com/office/drawing/2014/main" id="{61A08862-1540-450B-822C-BF62C1A24F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8300" y="6400800"/>
            <a:ext cx="1841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>
                <a:latin typeface="Garamond" panose="02020404030301010803" pitchFamily="18" charset="0"/>
              </a:rPr>
              <a:t> </a:t>
            </a:r>
          </a:p>
        </p:txBody>
      </p:sp>
      <p:sp>
        <p:nvSpPr>
          <p:cNvPr id="28675" name="Line 6">
            <a:extLst>
              <a:ext uri="{FF2B5EF4-FFF2-40B4-BE49-F238E27FC236}">
                <a16:creationId xmlns:a16="http://schemas.microsoft.com/office/drawing/2014/main" id="{51883FE7-6B0C-4BA2-B0C0-AFDA92B9F766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563" y="1095375"/>
            <a:ext cx="8775700" cy="0"/>
          </a:xfrm>
          <a:prstGeom prst="line">
            <a:avLst/>
          </a:prstGeom>
          <a:noFill/>
          <a:ln w="76200">
            <a:solidFill>
              <a:srgbClr val="9D001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Content Placeholder 9">
            <a:extLst>
              <a:ext uri="{FF2B5EF4-FFF2-40B4-BE49-F238E27FC236}">
                <a16:creationId xmlns:a16="http://schemas.microsoft.com/office/drawing/2014/main" id="{4AF97543-5775-444A-9C26-C8C8DC4F3E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charset="0"/>
              <a:buChar char="§"/>
              <a:defRPr/>
            </a:pPr>
            <a:r>
              <a:rPr lang="en-US" sz="3200" b="1" dirty="0">
                <a:ea typeface="ＭＳ Ｐゴシック" charset="0"/>
              </a:rPr>
              <a:t> </a:t>
            </a:r>
            <a:r>
              <a:rPr lang="en-US" sz="3200" dirty="0">
                <a:ea typeface="ＭＳ Ｐゴシック" charset="0"/>
              </a:rPr>
              <a:t>Composed of units of </a:t>
            </a:r>
            <a:r>
              <a:rPr lang="en-US" sz="3200" b="1" dirty="0">
                <a:ea typeface="ＭＳ Ｐゴシック" charset="0"/>
              </a:rPr>
              <a:t>glucose</a:t>
            </a:r>
          </a:p>
          <a:p>
            <a:pPr marL="282575" indent="0">
              <a:buFont typeface="Wingdings" charset="0"/>
              <a:buNone/>
              <a:defRPr/>
            </a:pPr>
            <a:endParaRPr lang="en-US" sz="3200" b="1" dirty="0">
              <a:ea typeface="ＭＳ Ｐゴシック" charset="0"/>
            </a:endParaRPr>
          </a:p>
          <a:p>
            <a:pPr>
              <a:buFont typeface="Wingdings" charset="0"/>
              <a:buChar char="§"/>
              <a:defRPr/>
            </a:pPr>
            <a:r>
              <a:rPr lang="en-US" sz="3200" b="1" dirty="0">
                <a:ea typeface="ＭＳ Ｐゴシック" charset="0"/>
              </a:rPr>
              <a:t> </a:t>
            </a:r>
            <a:r>
              <a:rPr lang="en-US" sz="3200" b="1" u="sng" dirty="0">
                <a:ea typeface="ＭＳ Ｐゴシック" charset="0"/>
              </a:rPr>
              <a:t>4</a:t>
            </a:r>
            <a:r>
              <a:rPr lang="en-US" sz="3200" b="1" dirty="0">
                <a:ea typeface="ＭＳ Ｐゴシック" charset="0"/>
              </a:rPr>
              <a:t> </a:t>
            </a:r>
            <a:r>
              <a:rPr lang="en-US" sz="3200" dirty="0">
                <a:ea typeface="ＭＳ Ｐゴシック" charset="0"/>
              </a:rPr>
              <a:t>Types of Carbohydrates:</a:t>
            </a:r>
          </a:p>
          <a:p>
            <a:pPr marL="971550" lvl="1" indent="-514350">
              <a:buFont typeface="+mj-lt"/>
              <a:buAutoNum type="arabicPeriod"/>
              <a:defRPr/>
            </a:pPr>
            <a:r>
              <a:rPr lang="en-US" sz="2800" b="1" dirty="0"/>
              <a:t>Sugars </a:t>
            </a:r>
            <a:r>
              <a:rPr lang="en-US" sz="2800" dirty="0"/>
              <a:t>= Energy </a:t>
            </a:r>
            <a:r>
              <a:rPr lang="en-US" sz="2800" i="1" dirty="0"/>
              <a:t>use</a:t>
            </a:r>
            <a:r>
              <a:rPr lang="en-US" sz="2800" dirty="0"/>
              <a:t>, conversion to ATP</a:t>
            </a:r>
          </a:p>
          <a:p>
            <a:pPr marL="971550" lvl="1" indent="-514350">
              <a:buFont typeface="+mj-lt"/>
              <a:buAutoNum type="arabicPeriod"/>
              <a:defRPr/>
            </a:pPr>
            <a:r>
              <a:rPr lang="en-US" sz="2800" b="1" dirty="0"/>
              <a:t>Glycogen </a:t>
            </a:r>
            <a:r>
              <a:rPr lang="en-US" sz="2800" dirty="0"/>
              <a:t>= Energy </a:t>
            </a:r>
            <a:r>
              <a:rPr lang="en-US" sz="2800" i="1" dirty="0"/>
              <a:t>storage</a:t>
            </a:r>
            <a:r>
              <a:rPr lang="en-US" sz="2800" dirty="0"/>
              <a:t> in animals</a:t>
            </a:r>
          </a:p>
          <a:p>
            <a:pPr marL="971550" lvl="1" indent="-514350">
              <a:buFont typeface="+mj-lt"/>
              <a:buAutoNum type="arabicPeriod"/>
              <a:defRPr/>
            </a:pPr>
            <a:r>
              <a:rPr lang="en-US" sz="2800" b="1" dirty="0"/>
              <a:t>Starch</a:t>
            </a:r>
            <a:r>
              <a:rPr lang="en-US" sz="2800" dirty="0"/>
              <a:t> = Energy </a:t>
            </a:r>
            <a:r>
              <a:rPr lang="en-US" sz="2800" i="1" dirty="0"/>
              <a:t>storage</a:t>
            </a:r>
            <a:r>
              <a:rPr lang="en-US" sz="2800" dirty="0"/>
              <a:t> in plants</a:t>
            </a:r>
          </a:p>
          <a:p>
            <a:pPr marL="971550" lvl="1" indent="-514350">
              <a:buFont typeface="+mj-lt"/>
              <a:buAutoNum type="arabicPeriod"/>
              <a:defRPr/>
            </a:pPr>
            <a:r>
              <a:rPr lang="en-US" sz="2800" b="1" dirty="0"/>
              <a:t>Cellulose</a:t>
            </a:r>
            <a:r>
              <a:rPr lang="en-US" sz="2800" dirty="0"/>
              <a:t> = Structural components of cell walls in plants</a:t>
            </a:r>
          </a:p>
        </p:txBody>
      </p:sp>
      <p:sp>
        <p:nvSpPr>
          <p:cNvPr id="30722" name="Rectangle 4">
            <a:extLst>
              <a:ext uri="{FF2B5EF4-FFF2-40B4-BE49-F238E27FC236}">
                <a16:creationId xmlns:a16="http://schemas.microsoft.com/office/drawing/2014/main" id="{7310BD07-F70C-45AB-80DE-4E8F73F89B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8300" y="6400800"/>
            <a:ext cx="1841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>
                <a:latin typeface="Garamond" panose="02020404030301010803" pitchFamily="18" charset="0"/>
              </a:rPr>
              <a:t> </a:t>
            </a:r>
          </a:p>
        </p:txBody>
      </p:sp>
      <p:sp>
        <p:nvSpPr>
          <p:cNvPr id="30723" name="Line 6">
            <a:extLst>
              <a:ext uri="{FF2B5EF4-FFF2-40B4-BE49-F238E27FC236}">
                <a16:creationId xmlns:a16="http://schemas.microsoft.com/office/drawing/2014/main" id="{23CBDF89-8378-4792-B46D-44D327B52301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563" y="1095375"/>
            <a:ext cx="8775700" cy="0"/>
          </a:xfrm>
          <a:prstGeom prst="line">
            <a:avLst/>
          </a:prstGeom>
          <a:noFill/>
          <a:ln w="76200">
            <a:solidFill>
              <a:srgbClr val="9D001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Title 6">
            <a:extLst>
              <a:ext uri="{FF2B5EF4-FFF2-40B4-BE49-F238E27FC236}">
                <a16:creationId xmlns:a16="http://schemas.microsoft.com/office/drawing/2014/main" id="{2E7AE217-8D88-7A4A-8525-74167A68C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563" y="182563"/>
            <a:ext cx="8775700" cy="822325"/>
          </a:xfrm>
        </p:spPr>
        <p:txBody>
          <a:bodyPr/>
          <a:lstStyle/>
          <a:p>
            <a:pPr algn="ctr" eaLnBrk="1" hangingPunct="1"/>
            <a:r>
              <a:rPr lang="en-US" sz="3200" dirty="0">
                <a:latin typeface="Arial" charset="0"/>
              </a:rPr>
              <a:t>ORGANIC MOLECULES:</a:t>
            </a:r>
            <a:br>
              <a:rPr lang="en-US" sz="3200" dirty="0">
                <a:latin typeface="Arial" charset="0"/>
              </a:rPr>
            </a:br>
            <a:r>
              <a:rPr lang="en-US" sz="3200" dirty="0">
                <a:latin typeface="Arial" charset="0"/>
              </a:rPr>
              <a:t>CARBOHYDRATES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69" name="Picture 2" descr="Carbohydrates can take many forms.  Starch is stored carbohydrate in plants.  Glycogen is stored carbohydrate in mammals.  Cellulose is a structural carbohydrate in plant cell walls." title="Carbohydrates">
            <a:extLst>
              <a:ext uri="{FF2B5EF4-FFF2-40B4-BE49-F238E27FC236}">
                <a16:creationId xmlns:a16="http://schemas.microsoft.com/office/drawing/2014/main" id="{040B3841-4388-42E1-8CEA-091CC8B9BE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533" b="9331"/>
          <a:stretch>
            <a:fillRect/>
          </a:stretch>
        </p:blipFill>
        <p:spPr bwMode="auto">
          <a:xfrm>
            <a:off x="2071688" y="0"/>
            <a:ext cx="507047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6" hidden="1">
            <a:extLst>
              <a:ext uri="{FF2B5EF4-FFF2-40B4-BE49-F238E27FC236}">
                <a16:creationId xmlns:a16="http://schemas.microsoft.com/office/drawing/2014/main" id="{166B1457-EB2F-0141-A306-E006B87E2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dirty="0">
                <a:latin typeface="Arial" charset="0"/>
              </a:rPr>
              <a:t>ORGANIC MOLECULES:</a:t>
            </a:r>
            <a:br>
              <a:rPr lang="en-US" sz="3200" dirty="0">
                <a:latin typeface="Arial" charset="0"/>
              </a:rPr>
            </a:br>
            <a:r>
              <a:rPr lang="en-US" sz="3200" dirty="0">
                <a:latin typeface="Arial" charset="0"/>
              </a:rPr>
              <a:t>CARBOHYDRATES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Line 8">
            <a:extLst>
              <a:ext uri="{FF2B5EF4-FFF2-40B4-BE49-F238E27FC236}">
                <a16:creationId xmlns:a16="http://schemas.microsoft.com/office/drawing/2014/main" id="{2153212E-1573-4469-BCBB-E3F3DCDA0E1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43125" y="2763838"/>
            <a:ext cx="646113" cy="234950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18" name="Line 9">
            <a:extLst>
              <a:ext uri="{FF2B5EF4-FFF2-40B4-BE49-F238E27FC236}">
                <a16:creationId xmlns:a16="http://schemas.microsoft.com/office/drawing/2014/main" id="{6720EFE5-A673-40A8-9013-428734168C1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39950" y="2763838"/>
            <a:ext cx="655638" cy="719137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19" name="Line 6">
            <a:extLst>
              <a:ext uri="{FF2B5EF4-FFF2-40B4-BE49-F238E27FC236}">
                <a16:creationId xmlns:a16="http://schemas.microsoft.com/office/drawing/2014/main" id="{C4059D90-9B98-4894-9664-0BD8F198D451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563" y="1095375"/>
            <a:ext cx="8775700" cy="0"/>
          </a:xfrm>
          <a:prstGeom prst="line">
            <a:avLst/>
          </a:prstGeom>
          <a:noFill/>
          <a:ln w="76200">
            <a:solidFill>
              <a:srgbClr val="9D001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3338448B-4307-CD4D-8D63-58A44C42E7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63" y="1254125"/>
            <a:ext cx="5159375" cy="963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92100" indent="-292100" eaLnBrk="1" hangingPunct="1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charset="2"/>
              <a:buChar char="§"/>
              <a:defRPr/>
            </a:pPr>
            <a:r>
              <a:rPr lang="en-US" sz="2800" kern="0" dirty="0">
                <a:latin typeface="Arial" charset="0"/>
                <a:ea typeface="+mn-ea"/>
              </a:rPr>
              <a:t>Puppies are prone to </a:t>
            </a:r>
            <a:r>
              <a:rPr lang="en-US" sz="2800" b="1" kern="0" dirty="0">
                <a:latin typeface="Arial" charset="0"/>
                <a:ea typeface="+mn-ea"/>
              </a:rPr>
              <a:t>hypoglycemia</a:t>
            </a:r>
            <a:r>
              <a:rPr lang="en-US" sz="2800" kern="0" dirty="0">
                <a:latin typeface="Arial" charset="0"/>
                <a:ea typeface="+mn-ea"/>
              </a:rPr>
              <a:t>, or low blood sugar</a:t>
            </a:r>
          </a:p>
          <a:p>
            <a:pPr marL="749300" lvl="1" indent="-292100" eaLnBrk="1" hangingPunct="1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charset="2"/>
              <a:buChar char="§"/>
              <a:defRPr/>
            </a:pPr>
            <a:r>
              <a:rPr lang="en-US" sz="2800" kern="0" dirty="0">
                <a:latin typeface="Arial" charset="0"/>
                <a:ea typeface="+mn-ea"/>
              </a:rPr>
              <a:t>Minimal muscle tissue</a:t>
            </a:r>
          </a:p>
          <a:p>
            <a:pPr marL="749300" lvl="1" indent="-292100" eaLnBrk="1" hangingPunct="1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charset="2"/>
              <a:buChar char="§"/>
              <a:defRPr/>
            </a:pPr>
            <a:r>
              <a:rPr lang="en-US" sz="2800" kern="0" dirty="0">
                <a:latin typeface="Arial" charset="0"/>
                <a:ea typeface="+mn-ea"/>
              </a:rPr>
              <a:t>Immature liver</a:t>
            </a:r>
          </a:p>
          <a:p>
            <a:pPr marL="292100" indent="-292100" eaLnBrk="1" hangingPunct="1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charset="2"/>
              <a:buChar char="§"/>
              <a:defRPr/>
            </a:pPr>
            <a:r>
              <a:rPr lang="en-US" sz="2800" kern="0" dirty="0">
                <a:latin typeface="Arial" charset="0"/>
                <a:ea typeface="+mn-ea"/>
              </a:rPr>
              <a:t>The result is life-threatening</a:t>
            </a:r>
          </a:p>
          <a:p>
            <a:pPr marL="292100" indent="-292100" eaLnBrk="1" hangingPunct="1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charset="2"/>
              <a:buChar char="§"/>
              <a:defRPr/>
            </a:pPr>
            <a:r>
              <a:rPr lang="en-US" sz="2800" kern="0" dirty="0">
                <a:latin typeface="Arial" charset="0"/>
                <a:ea typeface="+mn-ea"/>
              </a:rPr>
              <a:t>This is one reason why we wean puppies when we do</a:t>
            </a:r>
          </a:p>
        </p:txBody>
      </p:sp>
      <p:pic>
        <p:nvPicPr>
          <p:cNvPr id="34821" name="Picture 13" descr="Newborns and small breed puppies are predisposed to hypoglyemia because of their lack of glycogen stores in liver and skeletal muscle." title="Hypoglycemia">
            <a:extLst>
              <a:ext uri="{FF2B5EF4-FFF2-40B4-BE49-F238E27FC236}">
                <a16:creationId xmlns:a16="http://schemas.microsoft.com/office/drawing/2014/main" id="{3D891D19-0E32-47BC-A949-E81505543C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56" t="10385" r="1028" b="3462"/>
          <a:stretch>
            <a:fillRect/>
          </a:stretch>
        </p:blipFill>
        <p:spPr bwMode="auto">
          <a:xfrm>
            <a:off x="5062538" y="1546225"/>
            <a:ext cx="3997325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D1902A9-BB45-F743-87FE-5014A8C2D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" y="215582"/>
            <a:ext cx="8001317" cy="822325"/>
          </a:xfrm>
        </p:spPr>
        <p:txBody>
          <a:bodyPr/>
          <a:lstStyle/>
          <a:p>
            <a:r>
              <a:rPr lang="en-US" sz="4800" dirty="0">
                <a:latin typeface="Arial" charset="0"/>
              </a:rPr>
              <a:t>WHY DOES THIS MATTER?</a:t>
            </a:r>
            <a:br>
              <a:rPr lang="en-US" sz="4800" dirty="0">
                <a:latin typeface="Arial" charset="0"/>
              </a:rPr>
            </a:br>
            <a:endParaRPr lang="en-US" sz="4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6550EF3-5DD8-9E4E-AA1F-760EA18A1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563" y="334963"/>
            <a:ext cx="8775700" cy="822325"/>
          </a:xfrm>
        </p:spPr>
        <p:txBody>
          <a:bodyPr/>
          <a:lstStyle/>
          <a:p>
            <a:r>
              <a:rPr lang="en-US" sz="4000" dirty="0">
                <a:latin typeface="Arial" charset="0"/>
              </a:rPr>
              <a:t>ORGANIC MOLECULES: LIPIDS</a:t>
            </a:r>
            <a:br>
              <a:rPr lang="en-US" sz="4000" dirty="0">
                <a:latin typeface="Arial" charset="0"/>
              </a:rPr>
            </a:br>
            <a:endParaRPr lang="en-US" sz="4000" dirty="0"/>
          </a:p>
        </p:txBody>
      </p:sp>
      <p:sp>
        <p:nvSpPr>
          <p:cNvPr id="113665" name="Content Placeholder 9">
            <a:extLst>
              <a:ext uri="{FF2B5EF4-FFF2-40B4-BE49-F238E27FC236}">
                <a16:creationId xmlns:a16="http://schemas.microsoft.com/office/drawing/2014/main" id="{B687813F-95A7-A44A-AF8E-C8E4500B2B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Lipids</a:t>
            </a:r>
            <a:r>
              <a:rPr lang="en-US" dirty="0"/>
              <a:t> are organic molecules involved with energy, cellular protection, and hormonal regulation</a:t>
            </a:r>
          </a:p>
          <a:p>
            <a:endParaRPr lang="en-US" dirty="0"/>
          </a:p>
          <a:p>
            <a:r>
              <a:rPr lang="en-US" dirty="0"/>
              <a:t>Unified by </a:t>
            </a:r>
            <a:r>
              <a:rPr lang="en-US" b="1" dirty="0"/>
              <a:t>hydrophobia</a:t>
            </a:r>
          </a:p>
          <a:p>
            <a:endParaRPr lang="en-US" dirty="0"/>
          </a:p>
          <a:p>
            <a:r>
              <a:rPr lang="en-US" b="1" u="sng" dirty="0"/>
              <a:t>3</a:t>
            </a:r>
            <a:r>
              <a:rPr lang="en-US" dirty="0"/>
              <a:t> Types of Lipids:</a:t>
            </a:r>
          </a:p>
          <a:p>
            <a:pPr lvl="1"/>
            <a:r>
              <a:rPr lang="en-US" b="1" dirty="0"/>
              <a:t>Triglycerides</a:t>
            </a:r>
            <a:r>
              <a:rPr lang="en-US" dirty="0"/>
              <a:t>: </a:t>
            </a:r>
            <a:r>
              <a:rPr lang="en-US" i="1" dirty="0"/>
              <a:t>Found in the diet</a:t>
            </a:r>
          </a:p>
          <a:p>
            <a:pPr lvl="1"/>
            <a:r>
              <a:rPr lang="en-US" b="1" dirty="0"/>
              <a:t>Phospholipids</a:t>
            </a:r>
            <a:r>
              <a:rPr lang="en-US" dirty="0"/>
              <a:t>: </a:t>
            </a:r>
            <a:r>
              <a:rPr lang="en-US" i="1" dirty="0"/>
              <a:t>Found in cell membranes</a:t>
            </a:r>
          </a:p>
          <a:p>
            <a:pPr lvl="1"/>
            <a:r>
              <a:rPr lang="en-US" b="1" dirty="0"/>
              <a:t>Steroids</a:t>
            </a:r>
            <a:r>
              <a:rPr lang="en-US" dirty="0"/>
              <a:t>: </a:t>
            </a:r>
            <a:r>
              <a:rPr lang="en-US" i="1" dirty="0"/>
              <a:t>Found in cell membranes and hormones</a:t>
            </a:r>
          </a:p>
        </p:txBody>
      </p:sp>
      <p:sp>
        <p:nvSpPr>
          <p:cNvPr id="36866" name="Rectangle 4">
            <a:extLst>
              <a:ext uri="{FF2B5EF4-FFF2-40B4-BE49-F238E27FC236}">
                <a16:creationId xmlns:a16="http://schemas.microsoft.com/office/drawing/2014/main" id="{7AA90F99-EE10-4FC9-AB10-EF2889FDBC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8300" y="6400800"/>
            <a:ext cx="1841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>
                <a:latin typeface="Garamond" panose="02020404030301010803" pitchFamily="18" charset="0"/>
              </a:rPr>
              <a:t> </a:t>
            </a:r>
          </a:p>
        </p:txBody>
      </p:sp>
      <p:sp>
        <p:nvSpPr>
          <p:cNvPr id="36867" name="Line 6">
            <a:extLst>
              <a:ext uri="{FF2B5EF4-FFF2-40B4-BE49-F238E27FC236}">
                <a16:creationId xmlns:a16="http://schemas.microsoft.com/office/drawing/2014/main" id="{5CC7B5EA-86F4-489C-BAC8-CD03FAF61672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563" y="1095375"/>
            <a:ext cx="8775700" cy="0"/>
          </a:xfrm>
          <a:prstGeom prst="line">
            <a:avLst/>
          </a:prstGeom>
          <a:noFill/>
          <a:ln w="76200">
            <a:solidFill>
              <a:srgbClr val="9D001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Line 6">
            <a:extLst>
              <a:ext uri="{FF2B5EF4-FFF2-40B4-BE49-F238E27FC236}">
                <a16:creationId xmlns:a16="http://schemas.microsoft.com/office/drawing/2014/main" id="{67A45B9E-8138-4E9E-8441-7540AB48F2DB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563" y="1095375"/>
            <a:ext cx="8775700" cy="0"/>
          </a:xfrm>
          <a:prstGeom prst="line">
            <a:avLst/>
          </a:prstGeom>
          <a:noFill/>
          <a:ln w="76200">
            <a:solidFill>
              <a:srgbClr val="9D001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8915" name="Group 2" descr="Triglycerides are made up of one glycerol molecule and three fatty acids." title="Triglycerides">
            <a:extLst>
              <a:ext uri="{FF2B5EF4-FFF2-40B4-BE49-F238E27FC236}">
                <a16:creationId xmlns:a16="http://schemas.microsoft.com/office/drawing/2014/main" id="{D19C25EF-0C43-47C6-BE86-06E1AC892C2F}"/>
              </a:ext>
            </a:extLst>
          </p:cNvPr>
          <p:cNvGrpSpPr>
            <a:grpSpLocks/>
          </p:cNvGrpSpPr>
          <p:nvPr/>
        </p:nvGrpSpPr>
        <p:grpSpPr bwMode="auto">
          <a:xfrm>
            <a:off x="1817688" y="1530350"/>
            <a:ext cx="7213600" cy="4071938"/>
            <a:chOff x="457200" y="1338263"/>
            <a:chExt cx="7214671" cy="4071955"/>
          </a:xfrm>
        </p:grpSpPr>
        <p:pic>
          <p:nvPicPr>
            <p:cNvPr id="38917" name="Picture 6" descr="ihb10_fig_02_10.jpg">
              <a:extLst>
                <a:ext uri="{FF2B5EF4-FFF2-40B4-BE49-F238E27FC236}">
                  <a16:creationId xmlns:a16="http://schemas.microsoft.com/office/drawing/2014/main" id="{8934AF3A-1DE1-45AF-8CFD-248640EFAD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5561"/>
            <a:stretch>
              <a:fillRect/>
            </a:stretch>
          </p:blipFill>
          <p:spPr bwMode="auto">
            <a:xfrm>
              <a:off x="457200" y="1338263"/>
              <a:ext cx="5303103" cy="4032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8918" name="Picture 6" descr="ihb10_fig_02_10.jpg">
              <a:extLst>
                <a:ext uri="{FF2B5EF4-FFF2-40B4-BE49-F238E27FC236}">
                  <a16:creationId xmlns:a16="http://schemas.microsoft.com/office/drawing/2014/main" id="{3134E0A3-AAD6-4EB2-A170-A47CB7F44A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4693" r="66408"/>
            <a:stretch>
              <a:fillRect/>
            </a:stretch>
          </p:blipFill>
          <p:spPr bwMode="auto">
            <a:xfrm>
              <a:off x="5259966" y="2052430"/>
              <a:ext cx="2193810" cy="602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8919" name="Picture 6" descr="ihb10_fig_02_10.jpg">
              <a:extLst>
                <a:ext uri="{FF2B5EF4-FFF2-40B4-BE49-F238E27FC236}">
                  <a16:creationId xmlns:a16="http://schemas.microsoft.com/office/drawing/2014/main" id="{D18B18FD-AC11-46FB-A7F3-3CF7DD1CFC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4693" r="66408"/>
            <a:stretch>
              <a:fillRect/>
            </a:stretch>
          </p:blipFill>
          <p:spPr bwMode="auto">
            <a:xfrm>
              <a:off x="5745924" y="2859042"/>
              <a:ext cx="1925947" cy="602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8920" name="Picture 6" descr="ihb10_fig_02_10.jpg">
              <a:extLst>
                <a:ext uri="{FF2B5EF4-FFF2-40B4-BE49-F238E27FC236}">
                  <a16:creationId xmlns:a16="http://schemas.microsoft.com/office/drawing/2014/main" id="{46ECF6E4-9539-40D1-9EE9-5DBB6997E8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4693" r="66408"/>
            <a:stretch>
              <a:fillRect/>
            </a:stretch>
          </p:blipFill>
          <p:spPr bwMode="auto">
            <a:xfrm>
              <a:off x="5500619" y="4807318"/>
              <a:ext cx="2094277" cy="602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1" name="Title 7">
            <a:extLst>
              <a:ext uri="{FF2B5EF4-FFF2-40B4-BE49-F238E27FC236}">
                <a16:creationId xmlns:a16="http://schemas.microsoft.com/office/drawing/2014/main" id="{8242B77D-59E2-4D4E-AC64-FC996293D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563" y="334963"/>
            <a:ext cx="8775700" cy="822325"/>
          </a:xfrm>
        </p:spPr>
        <p:txBody>
          <a:bodyPr/>
          <a:lstStyle/>
          <a:p>
            <a:r>
              <a:rPr lang="en-US" sz="4000" dirty="0">
                <a:latin typeface="Arial" charset="0"/>
              </a:rPr>
              <a:t>ORGANIC MOLECULES: LIPIDS</a:t>
            </a:r>
            <a:br>
              <a:rPr lang="en-US" sz="4000" dirty="0">
                <a:latin typeface="Arial" charset="0"/>
              </a:rPr>
            </a:b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>
            <a:extLst>
              <a:ext uri="{FF2B5EF4-FFF2-40B4-BE49-F238E27FC236}">
                <a16:creationId xmlns:a16="http://schemas.microsoft.com/office/drawing/2014/main" id="{FD1D9651-3061-430F-BDC9-BA2D953C9A3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1257300"/>
            <a:ext cx="8724900" cy="3822700"/>
          </a:xfrm>
        </p:spPr>
        <p:txBody>
          <a:bodyPr lIns="91440" tIns="45720" rIns="91440" bIns="45720"/>
          <a:lstStyle/>
          <a:p>
            <a:pPr marL="292100" indent="-292100" eaLnBrk="1" hangingPunct="1"/>
            <a:r>
              <a:rPr lang="en-US" altLang="en-US" dirty="0">
                <a:latin typeface="Arial" panose="020B0604020202020204" pitchFamily="34" charset="0"/>
              </a:rPr>
              <a:t>So if triglycerides are so efficient, why do we store carbohydrates at all?</a:t>
            </a:r>
          </a:p>
          <a:p>
            <a:pPr marL="747713" lvl="1" indent="-292100" eaLnBrk="1" hangingPunct="1"/>
            <a:r>
              <a:rPr lang="en-US" altLang="en-US" dirty="0">
                <a:latin typeface="Arial" panose="020B0604020202020204" pitchFamily="34" charset="0"/>
              </a:rPr>
              <a:t>It is easy for the body to use carbs, so they provide a more </a:t>
            </a:r>
            <a:r>
              <a:rPr lang="en-US" altLang="en-US" b="1" dirty="0">
                <a:latin typeface="Arial" panose="020B0604020202020204" pitchFamily="34" charset="0"/>
              </a:rPr>
              <a:t>immediate</a:t>
            </a:r>
            <a:r>
              <a:rPr lang="en-US" altLang="en-US" dirty="0">
                <a:latin typeface="Arial" panose="020B0604020202020204" pitchFamily="34" charset="0"/>
              </a:rPr>
              <a:t> energy source.</a:t>
            </a:r>
          </a:p>
          <a:p>
            <a:pPr marL="747713" lvl="1" indent="-292100" eaLnBrk="1" hangingPunct="1"/>
            <a:r>
              <a:rPr lang="en-US" altLang="en-US" dirty="0">
                <a:latin typeface="Arial" panose="020B0604020202020204" pitchFamily="34" charset="0"/>
              </a:rPr>
              <a:t>This is the theory behind the Atkins and Keto Diets.</a:t>
            </a:r>
          </a:p>
          <a:p>
            <a:pPr marL="292100" indent="-292100"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40962" name="Line 6">
            <a:extLst>
              <a:ext uri="{FF2B5EF4-FFF2-40B4-BE49-F238E27FC236}">
                <a16:creationId xmlns:a16="http://schemas.microsoft.com/office/drawing/2014/main" id="{AF29BF73-5E3B-42B5-8660-B165C95FCCF0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563" y="1095375"/>
            <a:ext cx="8775700" cy="0"/>
          </a:xfrm>
          <a:prstGeom prst="line">
            <a:avLst/>
          </a:prstGeom>
          <a:noFill/>
          <a:ln w="76200">
            <a:solidFill>
              <a:srgbClr val="9D001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40963" name="Picture 6" descr="Low carb diets force the body to use fat rather than glycogen." title="Atkins">
            <a:extLst>
              <a:ext uri="{FF2B5EF4-FFF2-40B4-BE49-F238E27FC236}">
                <a16:creationId xmlns:a16="http://schemas.microsoft.com/office/drawing/2014/main" id="{4B108C53-85A9-4328-8CA6-878C7E6AFA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3163" y="3754438"/>
            <a:ext cx="4397375" cy="264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le 2">
            <a:extLst>
              <a:ext uri="{FF2B5EF4-FFF2-40B4-BE49-F238E27FC236}">
                <a16:creationId xmlns:a16="http://schemas.microsoft.com/office/drawing/2014/main" id="{7977FF23-F34A-464F-BE07-4B76276DD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" y="215582"/>
            <a:ext cx="8001317" cy="822325"/>
          </a:xfrm>
        </p:spPr>
        <p:txBody>
          <a:bodyPr/>
          <a:lstStyle/>
          <a:p>
            <a:r>
              <a:rPr lang="en-US" sz="4800" dirty="0">
                <a:latin typeface="Arial" charset="0"/>
              </a:rPr>
              <a:t>WHY DOES THIS MATTER?</a:t>
            </a:r>
            <a:br>
              <a:rPr lang="en-US" sz="4800" dirty="0">
                <a:latin typeface="Arial" charset="0"/>
              </a:rPr>
            </a:br>
            <a:endParaRPr lang="en-US" sz="4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09" name="Picture 6" descr="Phospholipids have a hydrophilic head and hydrophobic tails.  These molecules create a bilayer that forms the majority of the plasma membrane of the cell." title="Phospholipids">
            <a:extLst>
              <a:ext uri="{FF2B5EF4-FFF2-40B4-BE49-F238E27FC236}">
                <a16:creationId xmlns:a16="http://schemas.microsoft.com/office/drawing/2014/main" id="{C4296845-1CC1-4BA3-A768-2D1975DAF7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763" y="1212850"/>
            <a:ext cx="7102475" cy="538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0" name="Line 6">
            <a:extLst>
              <a:ext uri="{FF2B5EF4-FFF2-40B4-BE49-F238E27FC236}">
                <a16:creationId xmlns:a16="http://schemas.microsoft.com/office/drawing/2014/main" id="{13E522D2-5FFF-4DBE-8A09-63981A897F9B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563" y="1095375"/>
            <a:ext cx="8775700" cy="0"/>
          </a:xfrm>
          <a:prstGeom prst="line">
            <a:avLst/>
          </a:prstGeom>
          <a:noFill/>
          <a:ln w="76200">
            <a:solidFill>
              <a:srgbClr val="9D001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FC1B3B72-270D-184A-AA9B-CA6897F361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5214" y="1236663"/>
            <a:ext cx="8724900" cy="382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60325" algn="l" rtl="0" eaLnBrk="0" fontAlgn="base" hangingPunct="0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charset="0"/>
                <a:ea typeface="MS PGothic" panose="020B0600070205080204" pitchFamily="34" charset="-128"/>
                <a:cs typeface="+mn-cs"/>
              </a:defRPr>
            </a:lvl1pPr>
            <a:lvl2pPr marL="798513" indent="-341313" algn="l" rtl="0" eaLnBrk="0" fontAlgn="base" hangingPunct="0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6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485900" indent="-339725" algn="l" rtl="0" eaLnBrk="0" fontAlgn="base" hangingPunct="0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2176463" indent="-347663" algn="l" rtl="0" eaLnBrk="0" fontAlgn="base" hangingPunct="0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859088" indent="-347663" algn="l" rtl="0" eaLnBrk="0" fontAlgn="base" hangingPunct="0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316288" indent="-347663" algn="l" rtl="0" fontAlgn="base">
              <a:spcBef>
                <a:spcPct val="45000"/>
              </a:spcBef>
              <a:spcAft>
                <a:spcPct val="20000"/>
              </a:spcAft>
              <a:buClr>
                <a:schemeClr val="tx2"/>
              </a:buClr>
              <a:buFont typeface="Wingdings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773488" indent="-347663" algn="l" rtl="0" fontAlgn="base">
              <a:spcBef>
                <a:spcPct val="45000"/>
              </a:spcBef>
              <a:spcAft>
                <a:spcPct val="20000"/>
              </a:spcAft>
              <a:buClr>
                <a:schemeClr val="tx2"/>
              </a:buClr>
              <a:buFont typeface="Wingdings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30688" indent="-347663" algn="l" rtl="0" fontAlgn="base">
              <a:spcBef>
                <a:spcPct val="45000"/>
              </a:spcBef>
              <a:spcAft>
                <a:spcPct val="20000"/>
              </a:spcAft>
              <a:buClr>
                <a:schemeClr val="tx2"/>
              </a:buClr>
              <a:buFont typeface="Wingdings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87888" indent="-347663" algn="l" rtl="0" fontAlgn="base">
              <a:spcBef>
                <a:spcPct val="45000"/>
              </a:spcBef>
              <a:spcAft>
                <a:spcPct val="20000"/>
              </a:spcAft>
              <a:buClr>
                <a:schemeClr val="tx2"/>
              </a:buClr>
              <a:buFont typeface="Wingdings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2100" indent="-292100" eaLnBrk="1" hangingPunct="1"/>
            <a:r>
              <a:rPr lang="en-US" altLang="en-US" kern="0" dirty="0">
                <a:latin typeface="Arial" panose="020B0604020202020204" pitchFamily="34" charset="0"/>
              </a:rPr>
              <a:t>Phospholipids</a:t>
            </a:r>
          </a:p>
          <a:p>
            <a:pPr marL="747713" lvl="1" indent="-292100" eaLnBrk="1" hangingPunct="1"/>
            <a:r>
              <a:rPr lang="en-US" altLang="en-US" kern="0" dirty="0">
                <a:latin typeface="Arial" panose="020B0604020202020204" pitchFamily="34" charset="0"/>
              </a:rPr>
              <a:t>Hydrophilic head</a:t>
            </a:r>
          </a:p>
          <a:p>
            <a:pPr marL="747713" lvl="1" indent="-292100" eaLnBrk="1" hangingPunct="1"/>
            <a:r>
              <a:rPr lang="en-US" altLang="en-US" kern="0" dirty="0">
                <a:latin typeface="Arial" panose="020B0604020202020204" pitchFamily="34" charset="0"/>
              </a:rPr>
              <a:t>Hydrophobic tails</a:t>
            </a:r>
          </a:p>
          <a:p>
            <a:pPr marL="292100" indent="-292100" eaLnBrk="1" hangingPunct="1"/>
            <a:endParaRPr lang="en-US" altLang="en-US" kern="0" dirty="0">
              <a:latin typeface="Arial" panose="020B0604020202020204" pitchFamily="34" charset="0"/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1F87569-68F6-C84B-8184-0E8FFDF46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563" y="334963"/>
            <a:ext cx="8775700" cy="822325"/>
          </a:xfrm>
        </p:spPr>
        <p:txBody>
          <a:bodyPr/>
          <a:lstStyle/>
          <a:p>
            <a:r>
              <a:rPr lang="en-US" sz="4000" dirty="0">
                <a:latin typeface="Arial" charset="0"/>
              </a:rPr>
              <a:t>ORGANIC MOLECULES: LIPIDS</a:t>
            </a:r>
            <a:br>
              <a:rPr lang="en-US" sz="4000" dirty="0">
                <a:latin typeface="Arial" charset="0"/>
              </a:rPr>
            </a:b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7" name="Picture 6" descr="Steroids are unified by their fused, four rings.  Examples of steroids include cholesterol, estrogen, testoosterone, and cortisol." title="Steroids">
            <a:extLst>
              <a:ext uri="{FF2B5EF4-FFF2-40B4-BE49-F238E27FC236}">
                <a16:creationId xmlns:a16="http://schemas.microsoft.com/office/drawing/2014/main" id="{35CCE3C6-1B96-4CC4-855B-9866AA325A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158875"/>
            <a:ext cx="8229600" cy="5265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58" name="Line 6">
            <a:extLst>
              <a:ext uri="{FF2B5EF4-FFF2-40B4-BE49-F238E27FC236}">
                <a16:creationId xmlns:a16="http://schemas.microsoft.com/office/drawing/2014/main" id="{0603725C-E523-465E-8C99-FF54B8DB4DCE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563" y="1095375"/>
            <a:ext cx="8775700" cy="0"/>
          </a:xfrm>
          <a:prstGeom prst="line">
            <a:avLst/>
          </a:prstGeom>
          <a:noFill/>
          <a:ln w="76200">
            <a:solidFill>
              <a:srgbClr val="9D001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94F741C-8070-A748-99F6-1F65F3E1AD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599" y="1279526"/>
            <a:ext cx="8724900" cy="382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60325" algn="l" rtl="0" eaLnBrk="0" fontAlgn="base" hangingPunct="0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charset="0"/>
                <a:ea typeface="MS PGothic" panose="020B0600070205080204" pitchFamily="34" charset="-128"/>
                <a:cs typeface="+mn-cs"/>
              </a:defRPr>
            </a:lvl1pPr>
            <a:lvl2pPr marL="798513" indent="-341313" algn="l" rtl="0" eaLnBrk="0" fontAlgn="base" hangingPunct="0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6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485900" indent="-339725" algn="l" rtl="0" eaLnBrk="0" fontAlgn="base" hangingPunct="0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2176463" indent="-347663" algn="l" rtl="0" eaLnBrk="0" fontAlgn="base" hangingPunct="0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859088" indent="-347663" algn="l" rtl="0" eaLnBrk="0" fontAlgn="base" hangingPunct="0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316288" indent="-347663" algn="l" rtl="0" fontAlgn="base">
              <a:spcBef>
                <a:spcPct val="45000"/>
              </a:spcBef>
              <a:spcAft>
                <a:spcPct val="20000"/>
              </a:spcAft>
              <a:buClr>
                <a:schemeClr val="tx2"/>
              </a:buClr>
              <a:buFont typeface="Wingdings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773488" indent="-347663" algn="l" rtl="0" fontAlgn="base">
              <a:spcBef>
                <a:spcPct val="45000"/>
              </a:spcBef>
              <a:spcAft>
                <a:spcPct val="20000"/>
              </a:spcAft>
              <a:buClr>
                <a:schemeClr val="tx2"/>
              </a:buClr>
              <a:buFont typeface="Wingdings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30688" indent="-347663" algn="l" rtl="0" fontAlgn="base">
              <a:spcBef>
                <a:spcPct val="45000"/>
              </a:spcBef>
              <a:spcAft>
                <a:spcPct val="20000"/>
              </a:spcAft>
              <a:buClr>
                <a:schemeClr val="tx2"/>
              </a:buClr>
              <a:buFont typeface="Wingdings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87888" indent="-347663" algn="l" rtl="0" fontAlgn="base">
              <a:spcBef>
                <a:spcPct val="45000"/>
              </a:spcBef>
              <a:spcAft>
                <a:spcPct val="20000"/>
              </a:spcAft>
              <a:buClr>
                <a:schemeClr val="tx2"/>
              </a:buClr>
              <a:buFont typeface="Wingdings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2100" indent="-292100" eaLnBrk="1" hangingPunct="1"/>
            <a:r>
              <a:rPr lang="en-US" altLang="en-US" kern="0" dirty="0">
                <a:latin typeface="Arial" panose="020B0604020202020204" pitchFamily="34" charset="0"/>
              </a:rPr>
              <a:t>Steroids</a:t>
            </a:r>
          </a:p>
          <a:p>
            <a:pPr marL="747713" lvl="1" indent="-292100" eaLnBrk="1" hangingPunct="1"/>
            <a:r>
              <a:rPr lang="en-US" altLang="en-US" kern="0" dirty="0">
                <a:latin typeface="Arial" panose="020B0604020202020204" pitchFamily="34" charset="0"/>
              </a:rPr>
              <a:t>4 Rings</a:t>
            </a:r>
          </a:p>
          <a:p>
            <a:pPr marL="292100" indent="-292100" eaLnBrk="1" hangingPunct="1"/>
            <a:endParaRPr lang="en-US" altLang="en-US" kern="0" dirty="0">
              <a:latin typeface="Arial" panose="020B0604020202020204" pitchFamily="34" charset="0"/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0B95FBC6-76C7-2840-892B-AC604728A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563" y="334963"/>
            <a:ext cx="8775700" cy="822325"/>
          </a:xfrm>
        </p:spPr>
        <p:txBody>
          <a:bodyPr/>
          <a:lstStyle/>
          <a:p>
            <a:r>
              <a:rPr lang="en-US" sz="4000" dirty="0">
                <a:latin typeface="Arial" charset="0"/>
              </a:rPr>
              <a:t>ORGANIC MOLECULES: LIPIDS</a:t>
            </a:r>
            <a:br>
              <a:rPr lang="en-US" sz="4000" dirty="0">
                <a:latin typeface="Arial" charset="0"/>
              </a:rPr>
            </a:b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4">
            <a:extLst>
              <a:ext uri="{FF2B5EF4-FFF2-40B4-BE49-F238E27FC236}">
                <a16:creationId xmlns:a16="http://schemas.microsoft.com/office/drawing/2014/main" id="{24941AF8-A9CD-4867-8DB7-8C3C74B4CC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8300" y="6400800"/>
            <a:ext cx="1841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>
                <a:latin typeface="Garamond" panose="02020404030301010803" pitchFamily="18" charset="0"/>
              </a:rPr>
              <a:t> </a:t>
            </a:r>
          </a:p>
        </p:txBody>
      </p:sp>
      <p:sp>
        <p:nvSpPr>
          <p:cNvPr id="47106" name="Line 6">
            <a:extLst>
              <a:ext uri="{FF2B5EF4-FFF2-40B4-BE49-F238E27FC236}">
                <a16:creationId xmlns:a16="http://schemas.microsoft.com/office/drawing/2014/main" id="{D281D2B3-450C-4DDE-BB24-D0A41F9FFB48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563" y="1095375"/>
            <a:ext cx="8775700" cy="0"/>
          </a:xfrm>
          <a:prstGeom prst="line">
            <a:avLst/>
          </a:prstGeom>
          <a:noFill/>
          <a:ln w="76200">
            <a:solidFill>
              <a:srgbClr val="9D001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4E18D6CB-3F0C-4D0A-B309-C8B86361B3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00" y="1312863"/>
            <a:ext cx="8813800" cy="440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92100" indent="-2921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7713" indent="-2921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altLang="en-US" sz="2800" b="1" dirty="0"/>
              <a:t>Proteins</a:t>
            </a:r>
            <a:r>
              <a:rPr lang="en-US" altLang="en-US" sz="2800" dirty="0"/>
              <a:t> are responsible for almost everything about a life form</a:t>
            </a:r>
          </a:p>
          <a:p>
            <a:pPr eaLnBrk="1" hangingPunct="1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altLang="en-US" sz="2800" dirty="0"/>
              <a:t>A cell’s “job” is to make certain types of proteins</a:t>
            </a:r>
          </a:p>
          <a:p>
            <a:pPr lvl="1" eaLnBrk="1" hangingPunct="1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altLang="en-US" sz="2600" dirty="0"/>
              <a:t>Pancreatic cells = Insulin (a protein)</a:t>
            </a:r>
          </a:p>
          <a:p>
            <a:pPr lvl="1" eaLnBrk="1" hangingPunct="1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altLang="en-US" sz="2600" dirty="0"/>
              <a:t>Hair follicle cells = Keratin (a protein)</a:t>
            </a:r>
          </a:p>
          <a:p>
            <a:pPr lvl="1" eaLnBrk="1" hangingPunct="1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altLang="en-US" sz="2600" dirty="0"/>
              <a:t>Skin cells = Melanin (a protein)</a:t>
            </a:r>
          </a:p>
          <a:p>
            <a:pPr lvl="1" eaLnBrk="1" hangingPunct="1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en-US" sz="2600" dirty="0"/>
          </a:p>
          <a:p>
            <a:pPr eaLnBrk="1" hangingPunct="1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altLang="en-US" sz="2800" dirty="0"/>
              <a:t>Even DNA are simply instructions on what proteins to make</a:t>
            </a:r>
          </a:p>
        </p:txBody>
      </p:sp>
      <p:pic>
        <p:nvPicPr>
          <p:cNvPr id="47109" name="Picture 3" descr="Proteins" title="Proteins">
            <a:extLst>
              <a:ext uri="{FF2B5EF4-FFF2-40B4-BE49-F238E27FC236}">
                <a16:creationId xmlns:a16="http://schemas.microsoft.com/office/drawing/2014/main" id="{848399C2-6AFC-45B2-A966-BCEEEE5537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0625" y="3040063"/>
            <a:ext cx="2873375" cy="2011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9F17B77-89D8-664F-9445-BC11D555E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563" y="381794"/>
            <a:ext cx="8775700" cy="822325"/>
          </a:xfrm>
        </p:spPr>
        <p:txBody>
          <a:bodyPr/>
          <a:lstStyle/>
          <a:p>
            <a:r>
              <a:rPr lang="en-US" sz="3600" dirty="0">
                <a:latin typeface="Arial" charset="0"/>
              </a:rPr>
              <a:t>ORGANIC MOLECULES: PROTEINS</a:t>
            </a:r>
            <a:br>
              <a:rPr lang="en-US" sz="3600" dirty="0">
                <a:latin typeface="Arial" charset="0"/>
              </a:rPr>
            </a:br>
            <a:endParaRPr lang="en-US" sz="3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4D4B765-2139-7A4F-97D8-F9FEB4D94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sz="3200" dirty="0">
                <a:latin typeface="Arial" charset="0"/>
              </a:rPr>
              <a:t>ORGANIC MOLECULES: </a:t>
            </a:r>
            <a:br>
              <a:rPr lang="en-US" sz="3200" dirty="0">
                <a:latin typeface="Arial" charset="0"/>
              </a:rPr>
            </a:br>
            <a:r>
              <a:rPr lang="en-US" sz="3200" dirty="0">
                <a:latin typeface="Arial" charset="0"/>
              </a:rPr>
              <a:t>NUCLEIC ACIDS</a:t>
            </a:r>
            <a:br>
              <a:rPr lang="en-US" sz="3200" dirty="0">
                <a:latin typeface="Arial" charset="0"/>
              </a:rPr>
            </a:br>
            <a:endParaRPr lang="en-US" dirty="0"/>
          </a:p>
        </p:txBody>
      </p:sp>
      <p:sp>
        <p:nvSpPr>
          <p:cNvPr id="49153" name="Content Placeholder 9">
            <a:extLst>
              <a:ext uri="{FF2B5EF4-FFF2-40B4-BE49-F238E27FC236}">
                <a16:creationId xmlns:a16="http://schemas.microsoft.com/office/drawing/2014/main" id="{9CFCD6ED-DD47-4F8D-A257-86D63BDC2FDE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0" y="1279525"/>
            <a:ext cx="9144000" cy="5073650"/>
          </a:xfrm>
        </p:spPr>
        <p:txBody>
          <a:bodyPr/>
          <a:lstStyle/>
          <a:p>
            <a:r>
              <a:rPr lang="en-US" altLang="en-US" b="1" dirty="0">
                <a:latin typeface="Arial" panose="020B0604020202020204" pitchFamily="34" charset="0"/>
              </a:rPr>
              <a:t>DNA </a:t>
            </a:r>
            <a:r>
              <a:rPr lang="en-US" altLang="en-US" dirty="0">
                <a:latin typeface="Arial" panose="020B0604020202020204" pitchFamily="34" charset="0"/>
              </a:rPr>
              <a:t>= Provides the blueprint of life</a:t>
            </a:r>
          </a:p>
          <a:p>
            <a:pPr lvl="1"/>
            <a:r>
              <a:rPr lang="en-US" altLang="en-US" dirty="0">
                <a:latin typeface="Arial" panose="020B0604020202020204" pitchFamily="34" charset="0"/>
              </a:rPr>
              <a:t>Inherited from parents</a:t>
            </a:r>
          </a:p>
          <a:p>
            <a:pPr lvl="1"/>
            <a:r>
              <a:rPr lang="en-US" altLang="en-US" dirty="0">
                <a:latin typeface="Arial" panose="020B0604020202020204" pitchFamily="34" charset="0"/>
              </a:rPr>
              <a:t>Instructions on how to make proteins</a:t>
            </a:r>
          </a:p>
          <a:p>
            <a:pPr lvl="1"/>
            <a:endParaRPr lang="en-US" altLang="en-US" dirty="0">
              <a:latin typeface="Arial" panose="020B0604020202020204" pitchFamily="34" charset="0"/>
            </a:endParaRPr>
          </a:p>
          <a:p>
            <a:r>
              <a:rPr lang="en-US" altLang="en-US" b="1" dirty="0">
                <a:latin typeface="Arial" panose="020B0604020202020204" pitchFamily="34" charset="0"/>
              </a:rPr>
              <a:t>RNA = </a:t>
            </a:r>
            <a:r>
              <a:rPr lang="en-US" altLang="en-US" dirty="0">
                <a:latin typeface="Arial" panose="020B0604020202020204" pitchFamily="34" charset="0"/>
              </a:rPr>
              <a:t>Carries information in DNA throughout the cell</a:t>
            </a:r>
          </a:p>
          <a:p>
            <a:pPr lvl="1"/>
            <a:r>
              <a:rPr lang="en-US" altLang="en-US" dirty="0">
                <a:latin typeface="Arial" panose="020B0604020202020204" pitchFamily="34" charset="0"/>
              </a:rPr>
              <a:t>Link between DNA and protein</a:t>
            </a:r>
          </a:p>
        </p:txBody>
      </p:sp>
      <p:sp>
        <p:nvSpPr>
          <p:cNvPr id="49154" name="Rectangle 4">
            <a:extLst>
              <a:ext uri="{FF2B5EF4-FFF2-40B4-BE49-F238E27FC236}">
                <a16:creationId xmlns:a16="http://schemas.microsoft.com/office/drawing/2014/main" id="{F2517373-A220-4ABC-922E-38E319C8DC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8300" y="6400800"/>
            <a:ext cx="1841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>
                <a:latin typeface="Garamond" panose="02020404030301010803" pitchFamily="18" charset="0"/>
              </a:rPr>
              <a:t> </a:t>
            </a:r>
          </a:p>
        </p:txBody>
      </p:sp>
      <p:sp>
        <p:nvSpPr>
          <p:cNvPr id="49155" name="Line 6">
            <a:extLst>
              <a:ext uri="{FF2B5EF4-FFF2-40B4-BE49-F238E27FC236}">
                <a16:creationId xmlns:a16="http://schemas.microsoft.com/office/drawing/2014/main" id="{B4171728-2883-442D-88F7-4061C3C23CEA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563" y="1095375"/>
            <a:ext cx="8775700" cy="0"/>
          </a:xfrm>
          <a:prstGeom prst="line">
            <a:avLst/>
          </a:prstGeom>
          <a:noFill/>
          <a:ln w="76200">
            <a:solidFill>
              <a:srgbClr val="9D001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49157" name="Picture 2" descr="DNA." title="DNA">
            <a:extLst>
              <a:ext uri="{FF2B5EF4-FFF2-40B4-BE49-F238E27FC236}">
                <a16:creationId xmlns:a16="http://schemas.microsoft.com/office/drawing/2014/main" id="{64158B03-444B-45EC-9029-E8663E8ADF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835525"/>
            <a:ext cx="9144000" cy="202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1" name="Picture 10" descr="Adenosine triphosphate is comoposed of one adenosine molecule and three phosphate groups.">
            <a:extLst>
              <a:ext uri="{FF2B5EF4-FFF2-40B4-BE49-F238E27FC236}">
                <a16:creationId xmlns:a16="http://schemas.microsoft.com/office/drawing/2014/main" id="{2D73CECB-07B1-4F14-8000-78443360D5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6088" y="2947988"/>
            <a:ext cx="5519737" cy="3910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8002" name="Content Placeholder 9" descr="ATP stands for adenosine triphosphate." title="ATP">
            <a:extLst>
              <a:ext uri="{FF2B5EF4-FFF2-40B4-BE49-F238E27FC236}">
                <a16:creationId xmlns:a16="http://schemas.microsoft.com/office/drawing/2014/main" id="{923D711F-61B6-4624-8B56-1805334CC71A}"/>
              </a:ext>
            </a:extLst>
          </p:cNvPr>
          <p:cNvSpPr txBox="1">
            <a:spLocks/>
          </p:cNvSpPr>
          <p:nvPr/>
        </p:nvSpPr>
        <p:spPr bwMode="auto">
          <a:xfrm>
            <a:off x="144463" y="1279525"/>
            <a:ext cx="8775700" cy="5073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60325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98513" indent="-341313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6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b="1" u="sng" dirty="0"/>
              <a:t>Adenosine triphosphate (ATP)</a:t>
            </a:r>
            <a:r>
              <a:rPr lang="en-US" altLang="en-US" u="sng" dirty="0"/>
              <a:t> 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Chemical energy used by all cells</a:t>
            </a:r>
          </a:p>
        </p:txBody>
      </p:sp>
      <p:sp>
        <p:nvSpPr>
          <p:cNvPr id="51203" name="Line 6">
            <a:extLst>
              <a:ext uri="{FF2B5EF4-FFF2-40B4-BE49-F238E27FC236}">
                <a16:creationId xmlns:a16="http://schemas.microsoft.com/office/drawing/2014/main" id="{F5967624-A18B-47F1-B487-EF8A7C8BB204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563" y="1095375"/>
            <a:ext cx="8775700" cy="0"/>
          </a:xfrm>
          <a:prstGeom prst="line">
            <a:avLst/>
          </a:prstGeom>
          <a:noFill/>
          <a:ln w="76200">
            <a:solidFill>
              <a:srgbClr val="9D001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636F58E-6F94-C843-AE59-6E51CF501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563" y="289243"/>
            <a:ext cx="8775700" cy="822325"/>
          </a:xfrm>
        </p:spPr>
        <p:txBody>
          <a:bodyPr/>
          <a:lstStyle/>
          <a:p>
            <a:r>
              <a:rPr lang="en-US" sz="4400" dirty="0">
                <a:latin typeface="Arial" charset="0"/>
              </a:rPr>
              <a:t>ORGANIC MOLECULES: ATP</a:t>
            </a:r>
            <a:br>
              <a:rPr lang="en-US" sz="4400" dirty="0">
                <a:latin typeface="Arial" charset="0"/>
              </a:rPr>
            </a:br>
            <a:endParaRPr lang="en-US" sz="4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8121A47-6245-9542-98E5-71E0B45E0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sz="2800" dirty="0">
                <a:latin typeface="Arial" charset="0"/>
              </a:rPr>
              <a:t>ORGANIC MOLECULES: </a:t>
            </a:r>
            <a:br>
              <a:rPr lang="en-US" sz="2800" dirty="0">
                <a:latin typeface="Arial" charset="0"/>
              </a:rPr>
            </a:br>
            <a:r>
              <a:rPr lang="en-US" sz="2800" dirty="0">
                <a:latin typeface="Arial" charset="0"/>
              </a:rPr>
              <a:t>ELECTROLYTES</a:t>
            </a:r>
            <a:br>
              <a:rPr lang="en-US" sz="2800" dirty="0">
                <a:latin typeface="Arial" charset="0"/>
              </a:rPr>
            </a:br>
            <a:endParaRPr lang="en-US" dirty="0"/>
          </a:p>
        </p:txBody>
      </p:sp>
      <p:sp>
        <p:nvSpPr>
          <p:cNvPr id="53249" name="Content Placeholder 2">
            <a:extLst>
              <a:ext uri="{FF2B5EF4-FFF2-40B4-BE49-F238E27FC236}">
                <a16:creationId xmlns:a16="http://schemas.microsoft.com/office/drawing/2014/main" id="{423F7547-8578-4457-9E1C-A30EB3F689FF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0" y="1279525"/>
            <a:ext cx="8775700" cy="5073650"/>
          </a:xfrm>
        </p:spPr>
        <p:txBody>
          <a:bodyPr/>
          <a:lstStyle/>
          <a:p>
            <a:r>
              <a:rPr lang="en-US" altLang="en-US" dirty="0">
                <a:latin typeface="Arial" panose="020B0604020202020204" pitchFamily="34" charset="0"/>
              </a:rPr>
              <a:t> Charged atoms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 Obtained from diet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 Inside and outside the cell at different ratios</a:t>
            </a:r>
          </a:p>
          <a:p>
            <a:pPr lvl="1"/>
            <a:r>
              <a:rPr lang="en-US" altLang="en-US" i="1" dirty="0">
                <a:latin typeface="Arial" panose="020B0604020202020204" pitchFamily="34" charset="0"/>
              </a:rPr>
              <a:t>The cell uses energy to keep some electrolytes OUT and other electrolytes IN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 Drive </a:t>
            </a:r>
            <a:r>
              <a:rPr lang="en-US" altLang="en-US" b="1" dirty="0">
                <a:latin typeface="Arial" panose="020B0604020202020204" pitchFamily="34" charset="0"/>
              </a:rPr>
              <a:t>cell function 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 Control </a:t>
            </a:r>
            <a:r>
              <a:rPr lang="en-US" altLang="en-US" b="1" i="1" dirty="0">
                <a:latin typeface="Arial" panose="020B0604020202020204" pitchFamily="34" charset="0"/>
              </a:rPr>
              <a:t>osmosis</a:t>
            </a:r>
          </a:p>
        </p:txBody>
      </p:sp>
      <p:sp>
        <p:nvSpPr>
          <p:cNvPr id="53250" name="Line 6">
            <a:extLst>
              <a:ext uri="{FF2B5EF4-FFF2-40B4-BE49-F238E27FC236}">
                <a16:creationId xmlns:a16="http://schemas.microsoft.com/office/drawing/2014/main" id="{A04BDDE9-84A2-4814-9498-703D647757BB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563" y="1095375"/>
            <a:ext cx="8775700" cy="0"/>
          </a:xfrm>
          <a:prstGeom prst="line">
            <a:avLst/>
          </a:prstGeom>
          <a:noFill/>
          <a:ln w="76200">
            <a:solidFill>
              <a:srgbClr val="9D001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53252" name="Picture 10" descr="Electrolytes have specific ratios and concentrations both inside and outside the cell." title="Electrolytes">
            <a:extLst>
              <a:ext uri="{FF2B5EF4-FFF2-40B4-BE49-F238E27FC236}">
                <a16:creationId xmlns:a16="http://schemas.microsoft.com/office/drawing/2014/main" id="{89AAE16E-3BBE-4E5D-B32C-BEC52EAD99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45" t="30379" r="33153" b="17542"/>
          <a:stretch>
            <a:fillRect/>
          </a:stretch>
        </p:blipFill>
        <p:spPr bwMode="auto">
          <a:xfrm>
            <a:off x="4762500" y="3624263"/>
            <a:ext cx="4222750" cy="3233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4C640F9-0545-1746-A4D7-027B8A7BA5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150" y="1219200"/>
            <a:ext cx="8580438" cy="519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57200" indent="-457200" eaLnBrk="1" hangingPunct="1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/>
            </a:pPr>
            <a:r>
              <a:rPr lang="en-US" sz="2800" dirty="0">
                <a:latin typeface="Arial"/>
                <a:ea typeface="MS PGothic" charset="0"/>
              </a:rPr>
              <a:t>Molecules are in constant motion.</a:t>
            </a:r>
          </a:p>
          <a:p>
            <a:pPr marL="914400" lvl="1" indent="-457200" eaLnBrk="1" hangingPunct="1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/>
            </a:pPr>
            <a:r>
              <a:rPr lang="en-US" sz="2800" i="1" dirty="0">
                <a:latin typeface="Arial"/>
                <a:ea typeface="MS PGothic" charset="0"/>
              </a:rPr>
              <a:t>This movement is random.</a:t>
            </a:r>
          </a:p>
          <a:p>
            <a:pPr lvl="1" eaLnBrk="1" hangingPunct="1">
              <a:spcBef>
                <a:spcPct val="20000"/>
              </a:spcBef>
              <a:buClr>
                <a:schemeClr val="tx2"/>
              </a:buClr>
              <a:buSzPct val="70000"/>
              <a:defRPr/>
            </a:pPr>
            <a:endParaRPr lang="en-US" sz="2800" i="1" dirty="0">
              <a:latin typeface="Arial"/>
              <a:ea typeface="MS PGothic" charset="0"/>
            </a:endParaRPr>
          </a:p>
          <a:p>
            <a:pPr marL="457200" indent="-457200" eaLnBrk="1" hangingPunct="1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/>
            </a:pPr>
            <a:r>
              <a:rPr lang="en-US" sz="2800" b="1" dirty="0">
                <a:latin typeface="Arial"/>
                <a:ea typeface="MS PGothic" charset="0"/>
              </a:rPr>
              <a:t>Diffusion</a:t>
            </a:r>
            <a:r>
              <a:rPr lang="en-US" sz="2800" dirty="0">
                <a:latin typeface="Arial"/>
                <a:ea typeface="MS PGothic" charset="0"/>
              </a:rPr>
              <a:t> = Because molecules are in constant motion, they tend to move so their concentration is equal throughout a solution.</a:t>
            </a:r>
          </a:p>
          <a:p>
            <a:pPr eaLnBrk="1" hangingPunct="1">
              <a:spcBef>
                <a:spcPct val="20000"/>
              </a:spcBef>
              <a:buClr>
                <a:schemeClr val="tx2"/>
              </a:buClr>
              <a:buSzPct val="70000"/>
              <a:defRPr/>
            </a:pPr>
            <a:endParaRPr lang="en-US" sz="2800" dirty="0">
              <a:latin typeface="Arial"/>
              <a:ea typeface="MS PGothic" charset="0"/>
            </a:endParaRPr>
          </a:p>
          <a:p>
            <a:pPr marL="457200" indent="-457200" eaLnBrk="1" hangingPunct="1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/>
            </a:pPr>
            <a:r>
              <a:rPr lang="en-US" sz="2800" dirty="0">
                <a:latin typeface="Arial"/>
                <a:ea typeface="MS PGothic" charset="0"/>
              </a:rPr>
              <a:t>A substance will diffuse from where it is more concentrated to less concentrated.</a:t>
            </a:r>
          </a:p>
          <a:p>
            <a:pPr marL="914400" lvl="1" indent="-457200" eaLnBrk="1" hangingPunct="1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/>
            </a:pPr>
            <a:r>
              <a:rPr lang="en-US" sz="2800" dirty="0">
                <a:latin typeface="Arial"/>
                <a:ea typeface="MS PGothic" charset="0"/>
              </a:rPr>
              <a:t>It will travel DOWN its </a:t>
            </a:r>
            <a:r>
              <a:rPr lang="en-US" sz="2800" b="1" dirty="0">
                <a:latin typeface="Arial"/>
                <a:ea typeface="MS PGothic" charset="0"/>
              </a:rPr>
              <a:t>concentration gradient</a:t>
            </a:r>
            <a:endParaRPr lang="en-US" sz="2800" dirty="0">
              <a:latin typeface="Arial"/>
              <a:ea typeface="MS PGothic" charset="0"/>
            </a:endParaRPr>
          </a:p>
          <a:p>
            <a:pPr marL="914400" lvl="1" indent="-457200" eaLnBrk="1" hangingPunct="1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/>
            </a:pPr>
            <a:endParaRPr lang="en-US" sz="2800" dirty="0">
              <a:latin typeface="Arial"/>
              <a:ea typeface="MS PGothic" charset="0"/>
            </a:endParaRPr>
          </a:p>
          <a:p>
            <a:pPr marL="457200" indent="-457200" eaLnBrk="1" hangingPunct="1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/>
            </a:pPr>
            <a:endParaRPr lang="en-US" sz="2800" b="1" dirty="0">
              <a:latin typeface="Arial"/>
              <a:ea typeface="MS PGothic" charset="0"/>
            </a:endParaRPr>
          </a:p>
          <a:p>
            <a:pPr marL="1371600" lvl="2" indent="-457200" eaLnBrk="1" hangingPunct="1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/>
            </a:pPr>
            <a:endParaRPr lang="en-US" sz="2900" kern="0" dirty="0">
              <a:latin typeface="Arial"/>
              <a:ea typeface="MS PGothic" charset="0"/>
            </a:endParaRPr>
          </a:p>
        </p:txBody>
      </p:sp>
      <p:sp>
        <p:nvSpPr>
          <p:cNvPr id="60418" name="Line 6">
            <a:extLst>
              <a:ext uri="{FF2B5EF4-FFF2-40B4-BE49-F238E27FC236}">
                <a16:creationId xmlns:a16="http://schemas.microsoft.com/office/drawing/2014/main" id="{6D6791F1-F771-4179-92D6-CDA727093AC5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563" y="1095375"/>
            <a:ext cx="8775700" cy="0"/>
          </a:xfrm>
          <a:prstGeom prst="line">
            <a:avLst/>
          </a:prstGeom>
          <a:noFill/>
          <a:ln w="76200">
            <a:solidFill>
              <a:srgbClr val="9D001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6242A9-E773-F74E-B691-599598684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>
                <a:latin typeface="Arial" charset="0"/>
              </a:rPr>
              <a:t>DIFFUSION</a:t>
            </a:r>
            <a:br>
              <a:rPr lang="en-US" sz="5400" dirty="0">
                <a:latin typeface="Arial" charset="0"/>
              </a:rPr>
            </a:br>
            <a:endParaRPr lang="en-US" sz="4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65" name="Picture 1" descr="Molecules have a tendency to spread out into available space." title="Diffusioon">
            <a:extLst>
              <a:ext uri="{FF2B5EF4-FFF2-40B4-BE49-F238E27FC236}">
                <a16:creationId xmlns:a16="http://schemas.microsoft.com/office/drawing/2014/main" id="{CECA4236-DA9F-43FF-BC50-C368C8159E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0" y="1414463"/>
            <a:ext cx="8547100" cy="402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6097BF7-04A7-4B4E-8E0A-CF5CDF6F016B}"/>
              </a:ext>
            </a:extLst>
          </p:cNvPr>
          <p:cNvSpPr txBox="1"/>
          <p:nvPr/>
        </p:nvSpPr>
        <p:spPr>
          <a:xfrm>
            <a:off x="434975" y="1493838"/>
            <a:ext cx="123825" cy="22383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48" dirty="0">
                <a:solidFill>
                  <a:schemeClr val="bg1"/>
                </a:solidFill>
                <a:latin typeface="Arial Black" pitchFamily="34" charset="0"/>
                <a:ea typeface="MS PGothic" charset="0"/>
                <a:cs typeface="MS PGothic" charset="0"/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095270-E675-1547-A2E2-82A7FC215C16}"/>
              </a:ext>
            </a:extLst>
          </p:cNvPr>
          <p:cNvSpPr txBox="1"/>
          <p:nvPr/>
        </p:nvSpPr>
        <p:spPr>
          <a:xfrm>
            <a:off x="819150" y="1609725"/>
            <a:ext cx="1390650" cy="29686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65" b="1" dirty="0">
                <a:latin typeface="Arial"/>
                <a:ea typeface="MS PGothic" charset="0"/>
              </a:rPr>
              <a:t>Placing a colored sugar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65" b="1" dirty="0">
                <a:latin typeface="Arial"/>
                <a:ea typeface="MS PGothic" charset="0"/>
              </a:rPr>
              <a:t>cube into a water-filled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200459-407E-1741-8D46-B0C6C9CD31A7}"/>
              </a:ext>
            </a:extLst>
          </p:cNvPr>
          <p:cNvSpPr txBox="1"/>
          <p:nvPr/>
        </p:nvSpPr>
        <p:spPr>
          <a:xfrm>
            <a:off x="904875" y="1885950"/>
            <a:ext cx="1209675" cy="1492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65" b="1" dirty="0">
                <a:latin typeface="Arial"/>
                <a:ea typeface="MS PGothic" charset="0"/>
              </a:rPr>
              <a:t>beaker establishes 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E00BE1-BE1F-6943-8960-9A08FB865A1F}"/>
              </a:ext>
            </a:extLst>
          </p:cNvPr>
          <p:cNvSpPr txBox="1"/>
          <p:nvPr/>
        </p:nvSpPr>
        <p:spPr>
          <a:xfrm>
            <a:off x="1287463" y="2022475"/>
            <a:ext cx="1176337" cy="1492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65" b="1" dirty="0">
                <a:latin typeface="Arial"/>
                <a:ea typeface="MS PGothic" charset="0"/>
              </a:rPr>
              <a:t>steep concentration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DFFDCC-99E2-EE46-ACC2-44562437CDA5}"/>
              </a:ext>
            </a:extLst>
          </p:cNvPr>
          <p:cNvSpPr txBox="1"/>
          <p:nvPr/>
        </p:nvSpPr>
        <p:spPr>
          <a:xfrm>
            <a:off x="1668463" y="2160588"/>
            <a:ext cx="522287" cy="1492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65" b="1" dirty="0">
                <a:latin typeface="Arial"/>
                <a:ea typeface="MS PGothic" charset="0"/>
              </a:rPr>
              <a:t>gradient.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DC5EC79-FC19-F84C-A3C0-FF540311CC0B}"/>
              </a:ext>
            </a:extLst>
          </p:cNvPr>
          <p:cNvSpPr txBox="1"/>
          <p:nvPr/>
        </p:nvSpPr>
        <p:spPr>
          <a:xfrm>
            <a:off x="2781300" y="1493838"/>
            <a:ext cx="123825" cy="22383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48">
                <a:solidFill>
                  <a:schemeClr val="bg1"/>
                </a:solidFill>
                <a:latin typeface="Arial Black" pitchFamily="34" charset="0"/>
                <a:ea typeface="MS PGothic" charset="0"/>
                <a:cs typeface="MS PGothic" charset="0"/>
              </a:rPr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D6EF86-C133-7C48-8F77-DD64CA4E77B2}"/>
              </a:ext>
            </a:extLst>
          </p:cNvPr>
          <p:cNvSpPr txBox="1"/>
          <p:nvPr/>
        </p:nvSpPr>
        <p:spPr>
          <a:xfrm>
            <a:off x="3151188" y="1616075"/>
            <a:ext cx="1325562" cy="70643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auto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65" b="1" dirty="0">
                <a:latin typeface="Arial"/>
                <a:ea typeface="MS PGothic" charset="0"/>
              </a:rPr>
              <a:t>As the cube begins to</a:t>
            </a:r>
          </a:p>
          <a:p>
            <a:pPr fontAlgn="auto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65" b="1" dirty="0">
                <a:latin typeface="Arial"/>
                <a:ea typeface="MS PGothic" charset="0"/>
              </a:rPr>
              <a:t>dissolve, many sugar</a:t>
            </a:r>
          </a:p>
          <a:p>
            <a:pPr fontAlgn="auto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65" b="1" dirty="0">
                <a:latin typeface="Arial"/>
                <a:ea typeface="MS PGothic" charset="0"/>
              </a:rPr>
              <a:t>and dye molecules are</a:t>
            </a:r>
          </a:p>
          <a:p>
            <a:pPr fontAlgn="auto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65" b="1" dirty="0">
                <a:latin typeface="Arial"/>
                <a:ea typeface="MS PGothic" charset="0"/>
              </a:rPr>
              <a:t>in one location, and</a:t>
            </a:r>
          </a:p>
          <a:p>
            <a:pPr fontAlgn="auto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65" b="1" dirty="0">
                <a:latin typeface="Arial"/>
                <a:ea typeface="MS PGothic" charset="0"/>
              </a:rPr>
              <a:t>none are elsewhere.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9E5D9D-BE6B-FC44-8C41-0F423A3E5757}"/>
              </a:ext>
            </a:extLst>
          </p:cNvPr>
          <p:cNvSpPr txBox="1"/>
          <p:nvPr/>
        </p:nvSpPr>
        <p:spPr>
          <a:xfrm>
            <a:off x="4884738" y="1493838"/>
            <a:ext cx="123825" cy="22383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48">
                <a:solidFill>
                  <a:schemeClr val="bg1"/>
                </a:solidFill>
                <a:latin typeface="Arial Black" pitchFamily="34" charset="0"/>
                <a:ea typeface="MS PGothic" charset="0"/>
                <a:cs typeface="MS PGothic" charset="0"/>
              </a:rPr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B58BC5-D059-5E4D-B8B2-8ABF8A223429}"/>
              </a:ext>
            </a:extLst>
          </p:cNvPr>
          <p:cNvSpPr txBox="1"/>
          <p:nvPr/>
        </p:nvSpPr>
        <p:spPr>
          <a:xfrm>
            <a:off x="5254625" y="1616075"/>
            <a:ext cx="1077913" cy="56515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auto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65" b="1" dirty="0">
                <a:latin typeface="Arial"/>
                <a:ea typeface="MS PGothic" charset="0"/>
              </a:rPr>
              <a:t>With time, the</a:t>
            </a:r>
          </a:p>
          <a:p>
            <a:pPr fontAlgn="auto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65" b="1" dirty="0">
                <a:latin typeface="Arial"/>
                <a:ea typeface="MS PGothic" charset="0"/>
              </a:rPr>
              <a:t>sugar and dye</a:t>
            </a:r>
          </a:p>
          <a:p>
            <a:pPr fontAlgn="auto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65" b="1" dirty="0">
                <a:latin typeface="Arial"/>
                <a:ea typeface="MS PGothic" charset="0"/>
              </a:rPr>
              <a:t>molecules spread</a:t>
            </a:r>
          </a:p>
          <a:p>
            <a:pPr fontAlgn="auto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65" b="1" dirty="0">
                <a:latin typeface="Arial"/>
                <a:ea typeface="MS PGothic" charset="0"/>
              </a:rPr>
              <a:t>through the water.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CFCC0A-9BFE-034D-A99C-379E716C4BF3}"/>
              </a:ext>
            </a:extLst>
          </p:cNvPr>
          <p:cNvSpPr txBox="1"/>
          <p:nvPr/>
        </p:nvSpPr>
        <p:spPr>
          <a:xfrm>
            <a:off x="6910388" y="1493838"/>
            <a:ext cx="123825" cy="22383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48">
                <a:solidFill>
                  <a:schemeClr val="bg1"/>
                </a:solidFill>
                <a:latin typeface="Arial Black" pitchFamily="34" charset="0"/>
                <a:ea typeface="MS PGothic" charset="0"/>
                <a:cs typeface="MS PGothic" charset="0"/>
              </a:rPr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6EF1A57-9F0C-D14A-BFBA-5BDA3184A40B}"/>
              </a:ext>
            </a:extLst>
          </p:cNvPr>
          <p:cNvSpPr txBox="1"/>
          <p:nvPr/>
        </p:nvSpPr>
        <p:spPr>
          <a:xfrm>
            <a:off x="7289800" y="1616075"/>
            <a:ext cx="1379538" cy="84772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auto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65" b="1">
                <a:latin typeface="Arial"/>
                <a:ea typeface="MS PGothic" charset="0"/>
              </a:rPr>
              <a:t>Eventually, the concen-</a:t>
            </a:r>
          </a:p>
          <a:p>
            <a:pPr fontAlgn="auto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65" b="1">
                <a:latin typeface="Arial"/>
                <a:ea typeface="MS PGothic" charset="0"/>
              </a:rPr>
              <a:t>tration gradient is</a:t>
            </a:r>
          </a:p>
          <a:p>
            <a:pPr fontAlgn="auto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65" b="1">
                <a:latin typeface="Arial"/>
                <a:ea typeface="MS PGothic" charset="0"/>
              </a:rPr>
              <a:t>eliminated and the</a:t>
            </a:r>
          </a:p>
          <a:p>
            <a:pPr fontAlgn="auto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65" b="1">
                <a:latin typeface="Arial"/>
                <a:ea typeface="MS PGothic" charset="0"/>
              </a:rPr>
              <a:t>molecules are evenly</a:t>
            </a:r>
          </a:p>
          <a:p>
            <a:pPr fontAlgn="auto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65" b="1">
                <a:latin typeface="Arial"/>
                <a:ea typeface="MS PGothic" charset="0"/>
              </a:rPr>
              <a:t>distributed throughout</a:t>
            </a:r>
          </a:p>
          <a:p>
            <a:pPr fontAlgn="auto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65" b="1">
                <a:latin typeface="Arial"/>
                <a:ea typeface="MS PGothic" charset="0"/>
              </a:rPr>
              <a:t>the solution.</a:t>
            </a:r>
          </a:p>
        </p:txBody>
      </p:sp>
      <p:sp>
        <p:nvSpPr>
          <p:cNvPr id="62478" name="Line 6">
            <a:extLst>
              <a:ext uri="{FF2B5EF4-FFF2-40B4-BE49-F238E27FC236}">
                <a16:creationId xmlns:a16="http://schemas.microsoft.com/office/drawing/2014/main" id="{A6CD0426-5B3D-4CFB-9018-309FBB094B00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563" y="1095375"/>
            <a:ext cx="8775700" cy="0"/>
          </a:xfrm>
          <a:prstGeom prst="line">
            <a:avLst/>
          </a:prstGeom>
          <a:noFill/>
          <a:ln w="76200">
            <a:solidFill>
              <a:srgbClr val="9D001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07FF537D-0279-204E-9C0F-219C55175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>
                <a:latin typeface="Arial" charset="0"/>
              </a:rPr>
              <a:t>DIFFUSION</a:t>
            </a:r>
            <a:br>
              <a:rPr lang="en-US" sz="5400" dirty="0">
                <a:latin typeface="Arial" charset="0"/>
              </a:rPr>
            </a:br>
            <a:endParaRPr lang="en-US" sz="4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513" name="Picture 27" descr="Molecules have a tendency to spread out into available space." title="Diffusion">
            <a:extLst>
              <a:ext uri="{FF2B5EF4-FFF2-40B4-BE49-F238E27FC236}">
                <a16:creationId xmlns:a16="http://schemas.microsoft.com/office/drawing/2014/main" id="{6925676D-E814-4EA9-8A53-6CC0DAAC90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101"/>
          <a:stretch>
            <a:fillRect/>
          </a:stretch>
        </p:blipFill>
        <p:spPr bwMode="auto">
          <a:xfrm>
            <a:off x="1203325" y="1812925"/>
            <a:ext cx="6737350" cy="275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14" name="Text Box 31">
            <a:extLst>
              <a:ext uri="{FF2B5EF4-FFF2-40B4-BE49-F238E27FC236}">
                <a16:creationId xmlns:a16="http://schemas.microsoft.com/office/drawing/2014/main" id="{D31651AD-45F7-48DA-827F-61332829AA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9778" y="1799898"/>
            <a:ext cx="1895475" cy="255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95000"/>
              </a:lnSpc>
            </a:pPr>
            <a:r>
              <a:rPr lang="en-US" altLang="en-US" sz="1800" b="1" dirty="0"/>
              <a:t>Molecules of Na</a:t>
            </a:r>
            <a:r>
              <a:rPr lang="en-US" altLang="en-US" sz="1800" b="1" baseline="30000" dirty="0"/>
              <a:t>+ </a:t>
            </a:r>
            <a:r>
              <a:rPr lang="en-US" altLang="en-US" sz="1800" b="1" dirty="0"/>
              <a:t>(sodium)</a:t>
            </a:r>
          </a:p>
        </p:txBody>
      </p:sp>
      <p:sp>
        <p:nvSpPr>
          <p:cNvPr id="64515" name="Text Box 31">
            <a:extLst>
              <a:ext uri="{FF2B5EF4-FFF2-40B4-BE49-F238E27FC236}">
                <a16:creationId xmlns:a16="http://schemas.microsoft.com/office/drawing/2014/main" id="{052CABBB-A5EB-467A-8268-C4D6613297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85900" y="4108450"/>
            <a:ext cx="1397000" cy="22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95000"/>
              </a:lnSpc>
            </a:pPr>
            <a:r>
              <a:rPr lang="en-US" altLang="en-US" sz="1800" b="1" dirty="0"/>
              <a:t>Net diffusion</a:t>
            </a:r>
          </a:p>
        </p:txBody>
      </p:sp>
      <p:sp>
        <p:nvSpPr>
          <p:cNvPr id="64516" name="Text Box 31">
            <a:extLst>
              <a:ext uri="{FF2B5EF4-FFF2-40B4-BE49-F238E27FC236}">
                <a16:creationId xmlns:a16="http://schemas.microsoft.com/office/drawing/2014/main" id="{2C873387-CE1B-4FEC-AEF1-D6B78988D5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6475" y="3138488"/>
            <a:ext cx="871538" cy="242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95000"/>
              </a:lnSpc>
            </a:pPr>
            <a:r>
              <a:rPr lang="en-US" altLang="en-US" sz="1800" b="1"/>
              <a:t>WATER</a:t>
            </a:r>
          </a:p>
        </p:txBody>
      </p:sp>
      <p:sp>
        <p:nvSpPr>
          <p:cNvPr id="64517" name="Text Box 31">
            <a:extLst>
              <a:ext uri="{FF2B5EF4-FFF2-40B4-BE49-F238E27FC236}">
                <a16:creationId xmlns:a16="http://schemas.microsoft.com/office/drawing/2014/main" id="{51773833-5F57-4AF9-9E39-DA111C2B66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5563" y="4108450"/>
            <a:ext cx="1397000" cy="22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95000"/>
              </a:lnSpc>
            </a:pPr>
            <a:r>
              <a:rPr lang="en-US" altLang="en-US" sz="1800" b="1" dirty="0"/>
              <a:t>Net diffusion</a:t>
            </a:r>
          </a:p>
        </p:txBody>
      </p:sp>
      <p:sp>
        <p:nvSpPr>
          <p:cNvPr id="64522" name="Text Box 31">
            <a:extLst>
              <a:ext uri="{FF2B5EF4-FFF2-40B4-BE49-F238E27FC236}">
                <a16:creationId xmlns:a16="http://schemas.microsoft.com/office/drawing/2014/main" id="{CE20BCE2-25EF-43BF-BF40-905686363E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0313" y="4108450"/>
            <a:ext cx="1311275" cy="24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95000"/>
              </a:lnSpc>
            </a:pPr>
            <a:r>
              <a:rPr lang="en-US" altLang="en-US" sz="1800" b="1" dirty="0"/>
              <a:t>Equilibrium</a:t>
            </a:r>
          </a:p>
        </p:txBody>
      </p:sp>
      <p:sp>
        <p:nvSpPr>
          <p:cNvPr id="64525" name="Line 24">
            <a:extLst>
              <a:ext uri="{FF2B5EF4-FFF2-40B4-BE49-F238E27FC236}">
                <a16:creationId xmlns:a16="http://schemas.microsoft.com/office/drawing/2014/main" id="{37A13780-3423-446C-B618-CF247DD18A0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76475" y="1947862"/>
            <a:ext cx="1589087" cy="8223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4526" name="Line 25">
            <a:extLst>
              <a:ext uri="{FF2B5EF4-FFF2-40B4-BE49-F238E27FC236}">
                <a16:creationId xmlns:a16="http://schemas.microsoft.com/office/drawing/2014/main" id="{574D9BED-1F6B-4B06-967D-34CFCFE8FA3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485900" y="2074863"/>
            <a:ext cx="147638" cy="3587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4527" name="Line 26">
            <a:extLst>
              <a:ext uri="{FF2B5EF4-FFF2-40B4-BE49-F238E27FC236}">
                <a16:creationId xmlns:a16="http://schemas.microsoft.com/office/drawing/2014/main" id="{E9E3EC73-BFD7-4937-9143-F5B2F377844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04938" y="2074863"/>
            <a:ext cx="85725" cy="2365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4529" name="Line 6">
            <a:extLst>
              <a:ext uri="{FF2B5EF4-FFF2-40B4-BE49-F238E27FC236}">
                <a16:creationId xmlns:a16="http://schemas.microsoft.com/office/drawing/2014/main" id="{749044F1-136A-4101-9AB1-6BC903353BD3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563" y="1095375"/>
            <a:ext cx="8775700" cy="0"/>
          </a:xfrm>
          <a:prstGeom prst="line">
            <a:avLst/>
          </a:prstGeom>
          <a:noFill/>
          <a:ln w="76200">
            <a:solidFill>
              <a:srgbClr val="9D001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" name="Text Box 31">
            <a:extLst>
              <a:ext uri="{FF2B5EF4-FFF2-40B4-BE49-F238E27FC236}">
                <a16:creationId xmlns:a16="http://schemas.microsoft.com/office/drawing/2014/main" id="{41A7F461-FAD8-D942-97DD-182D820126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3450" y="1671638"/>
            <a:ext cx="1895475" cy="255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95000"/>
              </a:lnSpc>
            </a:pPr>
            <a:r>
              <a:rPr lang="en-US" altLang="en-US" sz="1800" b="1" dirty="0"/>
              <a:t>Membrane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6CA558CE-7C3A-A941-8DDB-DA1AD9777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>
                <a:latin typeface="Arial" charset="0"/>
              </a:rPr>
              <a:t>DIFFUSION</a:t>
            </a:r>
            <a:br>
              <a:rPr lang="en-US" sz="5400" dirty="0">
                <a:latin typeface="Arial" charset="0"/>
              </a:rPr>
            </a:br>
            <a:endParaRPr lang="en-US" sz="4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48489FF7-C108-3C4A-9773-8A3D6AD115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524000"/>
            <a:ext cx="8791575" cy="519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92100" indent="-292100" eaLnBrk="1" hangingPunct="1">
              <a:spcBef>
                <a:spcPct val="20000"/>
              </a:spcBef>
              <a:buClr>
                <a:schemeClr val="tx2"/>
              </a:buClr>
              <a:buSzPct val="70000"/>
              <a:defRPr/>
            </a:pPr>
            <a:r>
              <a:rPr lang="en-US" sz="2800" i="1" dirty="0">
                <a:latin typeface="Arial" charset="0"/>
                <a:ea typeface="MS PGothic" charset="0"/>
                <a:cs typeface="MS PGothic" charset="0"/>
              </a:rPr>
              <a:t>Substances move from:</a:t>
            </a:r>
          </a:p>
          <a:p>
            <a:pPr marL="292100" indent="-292100" eaLnBrk="1" hangingPunct="1">
              <a:spcBef>
                <a:spcPct val="20000"/>
              </a:spcBef>
              <a:buClr>
                <a:schemeClr val="tx2"/>
              </a:buClr>
              <a:buSzPct val="70000"/>
              <a:defRPr/>
            </a:pPr>
            <a:endParaRPr lang="en-US" sz="2800" i="1" dirty="0">
              <a:latin typeface="Arial" charset="0"/>
              <a:ea typeface="MS PGothic" charset="0"/>
              <a:cs typeface="MS PGothic" charset="0"/>
            </a:endParaRPr>
          </a:p>
          <a:p>
            <a:pPr marL="292100" indent="-292100" algn="ctr" eaLnBrk="1" hangingPunct="1">
              <a:spcBef>
                <a:spcPct val="20000"/>
              </a:spcBef>
              <a:buClr>
                <a:schemeClr val="tx2"/>
              </a:buClr>
              <a:buSzPct val="70000"/>
              <a:defRPr/>
            </a:pPr>
            <a:r>
              <a:rPr lang="en-US" sz="4400" i="1" dirty="0">
                <a:latin typeface="Arial" charset="0"/>
                <a:ea typeface="MS PGothic" charset="0"/>
                <a:cs typeface="MS PGothic" charset="0"/>
              </a:rPr>
              <a:t>HIGH concentrations</a:t>
            </a:r>
          </a:p>
          <a:p>
            <a:pPr marL="292100" indent="-292100" algn="ctr" eaLnBrk="1" hangingPunct="1">
              <a:spcBef>
                <a:spcPct val="20000"/>
              </a:spcBef>
              <a:buClr>
                <a:schemeClr val="tx2"/>
              </a:buClr>
              <a:buSzPct val="70000"/>
              <a:defRPr/>
            </a:pPr>
            <a:r>
              <a:rPr lang="en-US" sz="4400" i="1" dirty="0">
                <a:latin typeface="Arial" charset="0"/>
                <a:ea typeface="MS PGothic" charset="0"/>
                <a:cs typeface="MS PGothic" charset="0"/>
              </a:rPr>
              <a:t>to</a:t>
            </a:r>
          </a:p>
          <a:p>
            <a:pPr marL="292100" indent="-292100" algn="ctr" eaLnBrk="1" hangingPunct="1">
              <a:spcBef>
                <a:spcPct val="20000"/>
              </a:spcBef>
              <a:buClr>
                <a:schemeClr val="tx2"/>
              </a:buClr>
              <a:buSzPct val="70000"/>
              <a:defRPr/>
            </a:pPr>
            <a:r>
              <a:rPr lang="en-US" sz="4400" i="1" dirty="0">
                <a:latin typeface="Arial" charset="0"/>
                <a:ea typeface="MS PGothic" charset="0"/>
                <a:cs typeface="MS PGothic" charset="0"/>
              </a:rPr>
              <a:t>LOW concentrations</a:t>
            </a:r>
          </a:p>
          <a:p>
            <a:pPr marL="292100" indent="-292100" algn="ctr" eaLnBrk="1" hangingPunct="1">
              <a:spcBef>
                <a:spcPct val="20000"/>
              </a:spcBef>
              <a:buClr>
                <a:schemeClr val="tx2"/>
              </a:buClr>
              <a:buSzPct val="70000"/>
              <a:defRPr/>
            </a:pPr>
            <a:endParaRPr lang="en-US" sz="4400" i="1" dirty="0">
              <a:latin typeface="Arial" charset="0"/>
              <a:ea typeface="MS PGothic" charset="0"/>
              <a:cs typeface="MS PGothic" charset="0"/>
            </a:endParaRPr>
          </a:p>
          <a:p>
            <a:pPr marL="292100" indent="-292100" algn="ctr" eaLnBrk="1" hangingPunct="1">
              <a:spcBef>
                <a:spcPct val="20000"/>
              </a:spcBef>
              <a:buClr>
                <a:schemeClr val="tx2"/>
              </a:buClr>
              <a:buSzPct val="70000"/>
              <a:defRPr/>
            </a:pPr>
            <a:r>
              <a:rPr lang="en-US" sz="2800" b="1" i="1" dirty="0">
                <a:latin typeface="Arial" charset="0"/>
                <a:ea typeface="MS PGothic" charset="0"/>
                <a:cs typeface="MS PGothic" charset="0"/>
              </a:rPr>
              <a:t>This is called moving DOWN the concentration gradient</a:t>
            </a:r>
            <a:endParaRPr lang="en-US" sz="2800" b="1" dirty="0">
              <a:latin typeface="Arial" charset="0"/>
              <a:ea typeface="MS PGothic" charset="0"/>
              <a:cs typeface="MS PGothic" charset="0"/>
            </a:endParaRPr>
          </a:p>
          <a:p>
            <a:pPr marL="292100" indent="-292100" eaLnBrk="1" hangingPunct="1">
              <a:spcBef>
                <a:spcPct val="20000"/>
              </a:spcBef>
              <a:buClr>
                <a:schemeClr val="tx2"/>
              </a:buClr>
              <a:buSzPct val="70000"/>
              <a:defRPr/>
            </a:pPr>
            <a:endParaRPr lang="en-US" sz="2800" b="1" dirty="0">
              <a:latin typeface="Arial" charset="0"/>
              <a:ea typeface="MS PGothic" charset="0"/>
              <a:cs typeface="MS PGothic" charset="0"/>
            </a:endParaRPr>
          </a:p>
          <a:p>
            <a:pPr marL="1206500" lvl="2" indent="-292100" eaLnBrk="1" hangingPunct="1">
              <a:spcBef>
                <a:spcPct val="20000"/>
              </a:spcBef>
              <a:buClr>
                <a:schemeClr val="tx2"/>
              </a:buClr>
              <a:buSzPct val="70000"/>
              <a:defRPr/>
            </a:pPr>
            <a:endParaRPr lang="en-US" sz="2900" kern="0" dirty="0">
              <a:latin typeface="+mn-lt"/>
              <a:ea typeface="+mn-ea"/>
            </a:endParaRPr>
          </a:p>
        </p:txBody>
      </p:sp>
      <p:sp>
        <p:nvSpPr>
          <p:cNvPr id="66562" name="Line 6">
            <a:extLst>
              <a:ext uri="{FF2B5EF4-FFF2-40B4-BE49-F238E27FC236}">
                <a16:creationId xmlns:a16="http://schemas.microsoft.com/office/drawing/2014/main" id="{1DCE378E-8B7E-4723-B1C7-290199465C10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563" y="1095375"/>
            <a:ext cx="8775700" cy="0"/>
          </a:xfrm>
          <a:prstGeom prst="line">
            <a:avLst/>
          </a:prstGeom>
          <a:noFill/>
          <a:ln w="76200">
            <a:solidFill>
              <a:srgbClr val="9D001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B48F68C-E9B7-D54F-988E-6BEDF1FB1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>
                <a:latin typeface="Arial" charset="0"/>
              </a:rPr>
              <a:t>DIFFUSION</a:t>
            </a:r>
            <a:br>
              <a:rPr lang="en-US" sz="5400" dirty="0">
                <a:latin typeface="Arial" charset="0"/>
              </a:rPr>
            </a:br>
            <a:endParaRPr lang="en-US" sz="4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3600A59-CE29-3D40-9863-5C06A733A1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563" y="1331913"/>
            <a:ext cx="7924800" cy="519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57200" indent="-457200" eaLnBrk="1" hangingPunct="1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/>
            </a:pPr>
            <a:r>
              <a:rPr lang="en-US" sz="2800" b="1" dirty="0">
                <a:latin typeface="Arial" charset="0"/>
                <a:ea typeface="MS PGothic" charset="0"/>
                <a:cs typeface="MS PGothic" charset="0"/>
              </a:rPr>
              <a:t>Osmosis</a:t>
            </a:r>
            <a:r>
              <a:rPr lang="en-US" sz="2800" dirty="0">
                <a:latin typeface="Arial" charset="0"/>
                <a:ea typeface="MS PGothic" charset="0"/>
                <a:cs typeface="MS PGothic" charset="0"/>
              </a:rPr>
              <a:t> = DIFFUSION of water across a membrane.</a:t>
            </a:r>
          </a:p>
          <a:p>
            <a:pPr marL="749300" lvl="1" indent="-292100" eaLnBrk="1" hangingPunct="1">
              <a:spcBef>
                <a:spcPct val="20000"/>
              </a:spcBef>
              <a:buClr>
                <a:schemeClr val="tx2"/>
              </a:buClr>
              <a:buSzPct val="70000"/>
              <a:defRPr/>
            </a:pPr>
            <a:endParaRPr lang="en-US" sz="2800" dirty="0">
              <a:solidFill>
                <a:srgbClr val="FF0000"/>
              </a:solidFill>
              <a:latin typeface="Arial" charset="0"/>
              <a:ea typeface="MS PGothic" charset="0"/>
              <a:cs typeface="MS PGothic" charset="0"/>
            </a:endParaRPr>
          </a:p>
          <a:p>
            <a:pPr marL="292100" indent="-292100" eaLnBrk="1" hangingPunct="1">
              <a:spcBef>
                <a:spcPct val="20000"/>
              </a:spcBef>
              <a:buClr>
                <a:schemeClr val="tx2"/>
              </a:buClr>
              <a:buSzPct val="70000"/>
              <a:defRPr/>
            </a:pPr>
            <a:endParaRPr lang="en-US" sz="2800" b="1" dirty="0">
              <a:latin typeface="Arial" charset="0"/>
              <a:ea typeface="MS PGothic" charset="0"/>
              <a:cs typeface="MS PGothic" charset="0"/>
            </a:endParaRPr>
          </a:p>
          <a:p>
            <a:pPr marL="1206500" lvl="2" indent="-292100" eaLnBrk="1" hangingPunct="1">
              <a:spcBef>
                <a:spcPct val="20000"/>
              </a:spcBef>
              <a:buClr>
                <a:schemeClr val="tx2"/>
              </a:buClr>
              <a:buSzPct val="70000"/>
              <a:defRPr/>
            </a:pPr>
            <a:endParaRPr lang="en-US" sz="2900" kern="0" dirty="0">
              <a:latin typeface="+mn-lt"/>
              <a:ea typeface="+mn-ea"/>
            </a:endParaRPr>
          </a:p>
        </p:txBody>
      </p:sp>
      <p:pic>
        <p:nvPicPr>
          <p:cNvPr id="68610" name="Picture 111" descr="Molecules have a tendency to spread out into available space.  Water molecules move the same way, but cannot move if bound to other molecules." title="Osmosis">
            <a:extLst>
              <a:ext uri="{FF2B5EF4-FFF2-40B4-BE49-F238E27FC236}">
                <a16:creationId xmlns:a16="http://schemas.microsoft.com/office/drawing/2014/main" id="{CBD73E1C-2865-4D84-A9F9-B7AFEFEA11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11" b="2339"/>
          <a:stretch>
            <a:fillRect/>
          </a:stretch>
        </p:blipFill>
        <p:spPr bwMode="auto">
          <a:xfrm>
            <a:off x="2374900" y="2576513"/>
            <a:ext cx="4864100" cy="420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8611" name="Text Box 31">
            <a:extLst>
              <a:ext uri="{FF2B5EF4-FFF2-40B4-BE49-F238E27FC236}">
                <a16:creationId xmlns:a16="http://schemas.microsoft.com/office/drawing/2014/main" id="{B7EA9C00-794D-46BA-AF64-8D6429D20E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6300" y="3497263"/>
            <a:ext cx="698500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1700" b="1"/>
              <a:t>H</a:t>
            </a:r>
            <a:r>
              <a:rPr lang="en-US" altLang="en-US" sz="1700" b="1" baseline="-25000"/>
              <a:t>2</a:t>
            </a:r>
            <a:r>
              <a:rPr lang="en-US" altLang="en-US" sz="1700" b="1"/>
              <a:t>O</a:t>
            </a:r>
          </a:p>
        </p:txBody>
      </p:sp>
      <p:sp>
        <p:nvSpPr>
          <p:cNvPr id="68612" name="Line 6">
            <a:extLst>
              <a:ext uri="{FF2B5EF4-FFF2-40B4-BE49-F238E27FC236}">
                <a16:creationId xmlns:a16="http://schemas.microsoft.com/office/drawing/2014/main" id="{355F3B04-7C40-4319-8317-1ECBF6227743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563" y="1095375"/>
            <a:ext cx="8775700" cy="0"/>
          </a:xfrm>
          <a:prstGeom prst="line">
            <a:avLst/>
          </a:prstGeom>
          <a:noFill/>
          <a:ln w="76200">
            <a:solidFill>
              <a:srgbClr val="9D001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C4939A-D6A7-6E4D-8985-D3698CA01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>
                <a:latin typeface="Arial" charset="0"/>
              </a:rPr>
              <a:t>OSMOSIS</a:t>
            </a:r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57" name="Picture 111" descr="Molecules have a tendency to spread out into available space.  Water molecules move the same way, but cannot move if bound to other molecules." title="Osmosis">
            <a:extLst>
              <a:ext uri="{FF2B5EF4-FFF2-40B4-BE49-F238E27FC236}">
                <a16:creationId xmlns:a16="http://schemas.microsoft.com/office/drawing/2014/main" id="{0599C282-DD23-4EEA-BDBE-C551D18313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78" t="53056" r="26364" b="11111"/>
          <a:stretch>
            <a:fillRect/>
          </a:stretch>
        </p:blipFill>
        <p:spPr bwMode="auto">
          <a:xfrm>
            <a:off x="2328863" y="1778000"/>
            <a:ext cx="4529137" cy="431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0658" name="Line 6">
            <a:extLst>
              <a:ext uri="{FF2B5EF4-FFF2-40B4-BE49-F238E27FC236}">
                <a16:creationId xmlns:a16="http://schemas.microsoft.com/office/drawing/2014/main" id="{FAC956D1-B227-4BB7-86B9-60F37B472857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563" y="1095375"/>
            <a:ext cx="8775700" cy="0"/>
          </a:xfrm>
          <a:prstGeom prst="line">
            <a:avLst/>
          </a:prstGeom>
          <a:noFill/>
          <a:ln w="76200">
            <a:solidFill>
              <a:srgbClr val="9D001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E8DEE22C-CA45-4343-A022-E0463E430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>
                <a:latin typeface="Arial" charset="0"/>
              </a:rPr>
              <a:t>OSMOSIS</a:t>
            </a: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B8ABEBA6-4FED-7E45-991E-82DEFE251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750" y="1524000"/>
            <a:ext cx="8909050" cy="519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92100" indent="-292100" eaLnBrk="1" hangingPunct="1">
              <a:spcBef>
                <a:spcPct val="20000"/>
              </a:spcBef>
              <a:buClr>
                <a:schemeClr val="tx2"/>
              </a:buClr>
              <a:buSzPct val="70000"/>
              <a:defRPr/>
            </a:pPr>
            <a:r>
              <a:rPr lang="en-US" sz="2800" i="1" dirty="0">
                <a:latin typeface="Arial" charset="0"/>
                <a:ea typeface="MS PGothic" charset="0"/>
                <a:cs typeface="MS PGothic" charset="0"/>
              </a:rPr>
              <a:t>Water moves from:</a:t>
            </a:r>
          </a:p>
          <a:p>
            <a:pPr marL="292100" indent="-292100" eaLnBrk="1" hangingPunct="1">
              <a:spcBef>
                <a:spcPct val="20000"/>
              </a:spcBef>
              <a:buClr>
                <a:schemeClr val="tx2"/>
              </a:buClr>
              <a:buSzPct val="70000"/>
              <a:defRPr/>
            </a:pPr>
            <a:endParaRPr lang="en-US" sz="2800" i="1" dirty="0">
              <a:latin typeface="Arial" charset="0"/>
              <a:ea typeface="MS PGothic" charset="0"/>
              <a:cs typeface="MS PGothic" charset="0"/>
            </a:endParaRPr>
          </a:p>
          <a:p>
            <a:pPr marL="292100" indent="-292100" algn="ctr" eaLnBrk="1" hangingPunct="1">
              <a:spcBef>
                <a:spcPct val="20000"/>
              </a:spcBef>
              <a:buClr>
                <a:schemeClr val="tx2"/>
              </a:buClr>
              <a:buSzPct val="70000"/>
              <a:defRPr/>
            </a:pPr>
            <a:r>
              <a:rPr lang="en-US" sz="4400" i="1" dirty="0">
                <a:latin typeface="Arial" charset="0"/>
                <a:ea typeface="MS PGothic" charset="0"/>
                <a:cs typeface="MS PGothic" charset="0"/>
              </a:rPr>
              <a:t>Low SOLUTE concentrations</a:t>
            </a:r>
          </a:p>
          <a:p>
            <a:pPr marL="292100" indent="-292100" algn="ctr" eaLnBrk="1" hangingPunct="1">
              <a:spcBef>
                <a:spcPct val="20000"/>
              </a:spcBef>
              <a:buClr>
                <a:schemeClr val="tx2"/>
              </a:buClr>
              <a:buSzPct val="70000"/>
              <a:defRPr/>
            </a:pPr>
            <a:r>
              <a:rPr lang="en-US" sz="4400" i="1" dirty="0">
                <a:latin typeface="Arial" charset="0"/>
                <a:ea typeface="MS PGothic" charset="0"/>
                <a:cs typeface="MS PGothic" charset="0"/>
              </a:rPr>
              <a:t>to</a:t>
            </a:r>
          </a:p>
          <a:p>
            <a:pPr marL="292100" indent="-292100" algn="ctr" eaLnBrk="1" hangingPunct="1">
              <a:spcBef>
                <a:spcPct val="20000"/>
              </a:spcBef>
              <a:buClr>
                <a:schemeClr val="tx2"/>
              </a:buClr>
              <a:buSzPct val="70000"/>
              <a:defRPr/>
            </a:pPr>
            <a:r>
              <a:rPr lang="en-US" sz="4400" i="1" dirty="0">
                <a:latin typeface="Arial" charset="0"/>
                <a:ea typeface="MS PGothic" charset="0"/>
                <a:cs typeface="MS PGothic" charset="0"/>
              </a:rPr>
              <a:t>High SOLUTE concentrations</a:t>
            </a:r>
          </a:p>
          <a:p>
            <a:pPr marL="292100" indent="-292100" algn="ctr" eaLnBrk="1" hangingPunct="1">
              <a:spcBef>
                <a:spcPct val="20000"/>
              </a:spcBef>
              <a:buClr>
                <a:schemeClr val="tx2"/>
              </a:buClr>
              <a:buSzPct val="70000"/>
              <a:defRPr/>
            </a:pPr>
            <a:endParaRPr lang="en-US" sz="4400" i="1" dirty="0">
              <a:latin typeface="Arial" charset="0"/>
              <a:ea typeface="MS PGothic" charset="0"/>
              <a:cs typeface="MS PGothic" charset="0"/>
            </a:endParaRPr>
          </a:p>
          <a:p>
            <a:pPr marL="292100" indent="-292100" algn="ctr" eaLnBrk="1" hangingPunct="1">
              <a:spcBef>
                <a:spcPct val="20000"/>
              </a:spcBef>
              <a:buClr>
                <a:schemeClr val="tx2"/>
              </a:buClr>
              <a:buSzPct val="70000"/>
              <a:defRPr/>
            </a:pPr>
            <a:r>
              <a:rPr lang="en-US" sz="2800" b="1" i="1" dirty="0">
                <a:latin typeface="Arial" charset="0"/>
                <a:ea typeface="MS PGothic" charset="0"/>
                <a:cs typeface="MS PGothic" charset="0"/>
              </a:rPr>
              <a:t>This is still moving DOWN its own concentration gradient</a:t>
            </a:r>
            <a:endParaRPr lang="en-US" sz="2800" b="1" dirty="0">
              <a:latin typeface="Arial" charset="0"/>
              <a:ea typeface="MS PGothic" charset="0"/>
              <a:cs typeface="MS PGothic" charset="0"/>
            </a:endParaRPr>
          </a:p>
          <a:p>
            <a:pPr marL="292100" indent="-292100" eaLnBrk="1" hangingPunct="1">
              <a:spcBef>
                <a:spcPct val="20000"/>
              </a:spcBef>
              <a:buClr>
                <a:schemeClr val="tx2"/>
              </a:buClr>
              <a:buSzPct val="70000"/>
              <a:defRPr/>
            </a:pPr>
            <a:endParaRPr lang="en-US" sz="2800" b="1" dirty="0">
              <a:latin typeface="Arial" charset="0"/>
              <a:ea typeface="MS PGothic" charset="0"/>
              <a:cs typeface="MS PGothic" charset="0"/>
            </a:endParaRPr>
          </a:p>
          <a:p>
            <a:pPr marL="1206500" lvl="2" indent="-292100" eaLnBrk="1" hangingPunct="1">
              <a:spcBef>
                <a:spcPct val="20000"/>
              </a:spcBef>
              <a:buClr>
                <a:schemeClr val="tx2"/>
              </a:buClr>
              <a:buSzPct val="70000"/>
              <a:defRPr/>
            </a:pPr>
            <a:endParaRPr lang="en-US" sz="2900" kern="0" dirty="0">
              <a:latin typeface="+mn-lt"/>
              <a:ea typeface="+mn-ea"/>
            </a:endParaRPr>
          </a:p>
        </p:txBody>
      </p:sp>
      <p:sp>
        <p:nvSpPr>
          <p:cNvPr id="72706" name="Line 6">
            <a:extLst>
              <a:ext uri="{FF2B5EF4-FFF2-40B4-BE49-F238E27FC236}">
                <a16:creationId xmlns:a16="http://schemas.microsoft.com/office/drawing/2014/main" id="{7C74C8CD-9067-45C7-843B-9CB315775054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563" y="1095375"/>
            <a:ext cx="8775700" cy="0"/>
          </a:xfrm>
          <a:prstGeom prst="line">
            <a:avLst/>
          </a:prstGeom>
          <a:noFill/>
          <a:ln w="76200">
            <a:solidFill>
              <a:srgbClr val="9D001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948CD4D6-7450-2444-B743-F3BED08A4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>
                <a:latin typeface="Arial" charset="0"/>
              </a:rPr>
              <a:t>OSMOSIS</a:t>
            </a:r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wo sugar solutions separated by a semi-permeable membrane.  The solution on the right has a greater concentration than on the left.">
            <a:extLst>
              <a:ext uri="{FF2B5EF4-FFF2-40B4-BE49-F238E27FC236}">
                <a16:creationId xmlns:a16="http://schemas.microsoft.com/office/drawing/2014/main" id="{4ED8154E-3B5A-4047-9E99-ACECFD9501F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7627" b="22405"/>
          <a:stretch/>
        </p:blipFill>
        <p:spPr>
          <a:xfrm>
            <a:off x="2088114" y="2507213"/>
            <a:ext cx="5292094" cy="3333751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E6B75B11-F581-1840-BE0F-B8BAA29DB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sz="4000" i="1" dirty="0">
                <a:latin typeface="+mj-ea"/>
                <a:ea typeface="+mj-ea"/>
              </a:rPr>
              <a:t>Where you expect water molecules to move?</a:t>
            </a:r>
            <a:br>
              <a:rPr lang="en-US" altLang="en-US" sz="3200" i="1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5701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2DFCA34-AD30-7F4E-9782-30AF0E8C83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563" y="1524000"/>
            <a:ext cx="8580437" cy="519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57200" indent="-457200" eaLnBrk="1" hangingPunct="1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/>
            </a:pPr>
            <a:r>
              <a:rPr lang="en-US" sz="2800" b="1" dirty="0">
                <a:latin typeface="Arial" charset="0"/>
                <a:ea typeface="MS PGothic" charset="0"/>
                <a:cs typeface="MS PGothic" charset="0"/>
              </a:rPr>
              <a:t>Isotonic</a:t>
            </a:r>
            <a:r>
              <a:rPr lang="en-US" sz="2800" dirty="0">
                <a:latin typeface="Arial" charset="0"/>
                <a:ea typeface="MS PGothic" charset="0"/>
                <a:cs typeface="MS PGothic" charset="0"/>
              </a:rPr>
              <a:t> environment: Concentration is the same as inside the cell; no net water movement across the plasma membrane</a:t>
            </a:r>
          </a:p>
          <a:p>
            <a:pPr marL="457200" indent="-457200" eaLnBrk="1" hangingPunct="1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/>
            </a:pPr>
            <a:endParaRPr lang="en-US" sz="2800" dirty="0">
              <a:latin typeface="Arial" charset="0"/>
              <a:ea typeface="MS PGothic" charset="0"/>
              <a:cs typeface="MS PGothic" charset="0"/>
            </a:endParaRPr>
          </a:p>
          <a:p>
            <a:pPr marL="457200" indent="-457200" eaLnBrk="1" hangingPunct="1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/>
            </a:pPr>
            <a:r>
              <a:rPr lang="en-US" sz="2800" b="1" dirty="0">
                <a:latin typeface="Arial" charset="0"/>
                <a:ea typeface="MS PGothic" charset="0"/>
                <a:cs typeface="MS PGothic" charset="0"/>
              </a:rPr>
              <a:t>Hypotonic </a:t>
            </a:r>
            <a:r>
              <a:rPr lang="en-US" sz="2800" dirty="0">
                <a:latin typeface="Arial" charset="0"/>
                <a:ea typeface="MS PGothic" charset="0"/>
                <a:cs typeface="MS PGothic" charset="0"/>
              </a:rPr>
              <a:t>environment: Concentration is </a:t>
            </a:r>
            <a:r>
              <a:rPr lang="en-US" sz="2800" u="sng" dirty="0">
                <a:latin typeface="Arial" charset="0"/>
                <a:ea typeface="MS PGothic" charset="0"/>
                <a:cs typeface="MS PGothic" charset="0"/>
              </a:rPr>
              <a:t>LOWER</a:t>
            </a:r>
            <a:r>
              <a:rPr lang="en-US" sz="2800" dirty="0">
                <a:latin typeface="Arial" charset="0"/>
                <a:ea typeface="MS PGothic" charset="0"/>
                <a:cs typeface="MS PGothic" charset="0"/>
              </a:rPr>
              <a:t> in the environment than that inside the cell.</a:t>
            </a:r>
          </a:p>
          <a:p>
            <a:pPr marL="457200" indent="-457200" eaLnBrk="1" hangingPunct="1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/>
            </a:pPr>
            <a:endParaRPr lang="en-US" sz="2800" dirty="0">
              <a:latin typeface="Arial" charset="0"/>
              <a:ea typeface="MS PGothic" charset="0"/>
              <a:cs typeface="MS PGothic" charset="0"/>
            </a:endParaRPr>
          </a:p>
          <a:p>
            <a:pPr marL="457200" indent="-457200" eaLnBrk="1" hangingPunct="1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/>
            </a:pPr>
            <a:r>
              <a:rPr lang="en-US" sz="2800" b="1" dirty="0">
                <a:latin typeface="Arial" charset="0"/>
                <a:ea typeface="MS PGothic" charset="0"/>
                <a:cs typeface="MS PGothic" charset="0"/>
              </a:rPr>
              <a:t>Hypertonic </a:t>
            </a:r>
            <a:r>
              <a:rPr lang="en-US" sz="2800" dirty="0">
                <a:latin typeface="Arial" charset="0"/>
                <a:ea typeface="MS PGothic" charset="0"/>
                <a:cs typeface="MS PGothic" charset="0"/>
              </a:rPr>
              <a:t>environment: Concentration is </a:t>
            </a:r>
            <a:r>
              <a:rPr lang="en-US" sz="2800" u="sng" dirty="0">
                <a:latin typeface="Arial" charset="0"/>
                <a:ea typeface="MS PGothic" charset="0"/>
                <a:cs typeface="MS PGothic" charset="0"/>
              </a:rPr>
              <a:t>GREATER</a:t>
            </a:r>
            <a:r>
              <a:rPr lang="en-US" sz="2800" dirty="0">
                <a:latin typeface="Arial" charset="0"/>
                <a:ea typeface="MS PGothic" charset="0"/>
                <a:cs typeface="MS PGothic" charset="0"/>
              </a:rPr>
              <a:t> in the environment than inside the cell</a:t>
            </a:r>
          </a:p>
          <a:p>
            <a:pPr marL="292100" indent="-292100" eaLnBrk="1" hangingPunct="1">
              <a:spcBef>
                <a:spcPct val="20000"/>
              </a:spcBef>
              <a:buClr>
                <a:schemeClr val="tx2"/>
              </a:buClr>
              <a:buSzPct val="70000"/>
              <a:buFont typeface="Wingdings" pitchFamily="2" charset="2"/>
              <a:buChar char="¡"/>
              <a:defRPr/>
            </a:pPr>
            <a:endParaRPr lang="en-US" sz="2800" dirty="0">
              <a:latin typeface="Arial" charset="0"/>
              <a:ea typeface="MS PGothic" charset="0"/>
              <a:cs typeface="MS PGothic" charset="0"/>
            </a:endParaRPr>
          </a:p>
          <a:p>
            <a:pPr marL="749300" lvl="1" indent="-292100" eaLnBrk="1" hangingPunct="1">
              <a:spcBef>
                <a:spcPct val="20000"/>
              </a:spcBef>
              <a:buClr>
                <a:schemeClr val="tx2"/>
              </a:buClr>
              <a:buSzPct val="70000"/>
              <a:defRPr/>
            </a:pPr>
            <a:endParaRPr lang="en-US" sz="2800" dirty="0">
              <a:solidFill>
                <a:srgbClr val="FF0000"/>
              </a:solidFill>
              <a:latin typeface="Arial" charset="0"/>
              <a:ea typeface="MS PGothic" charset="0"/>
              <a:cs typeface="MS PGothic" charset="0"/>
            </a:endParaRPr>
          </a:p>
          <a:p>
            <a:pPr marL="292100" indent="-292100" eaLnBrk="1" hangingPunct="1">
              <a:spcBef>
                <a:spcPct val="20000"/>
              </a:spcBef>
              <a:buClr>
                <a:schemeClr val="tx2"/>
              </a:buClr>
              <a:buSzPct val="70000"/>
              <a:defRPr/>
            </a:pPr>
            <a:endParaRPr lang="en-US" sz="2800" b="1" dirty="0">
              <a:latin typeface="Arial" charset="0"/>
              <a:ea typeface="MS PGothic" charset="0"/>
              <a:cs typeface="MS PGothic" charset="0"/>
            </a:endParaRPr>
          </a:p>
          <a:p>
            <a:pPr marL="1206500" lvl="2" indent="-292100" eaLnBrk="1" hangingPunct="1">
              <a:spcBef>
                <a:spcPct val="20000"/>
              </a:spcBef>
              <a:buClr>
                <a:schemeClr val="tx2"/>
              </a:buClr>
              <a:buSzPct val="70000"/>
              <a:defRPr/>
            </a:pPr>
            <a:endParaRPr lang="en-US" sz="2900" kern="0" dirty="0">
              <a:latin typeface="+mn-lt"/>
              <a:ea typeface="+mn-ea"/>
            </a:endParaRPr>
          </a:p>
        </p:txBody>
      </p:sp>
      <p:sp>
        <p:nvSpPr>
          <p:cNvPr id="76802" name="Line 6">
            <a:extLst>
              <a:ext uri="{FF2B5EF4-FFF2-40B4-BE49-F238E27FC236}">
                <a16:creationId xmlns:a16="http://schemas.microsoft.com/office/drawing/2014/main" id="{965207DE-330F-4808-BD31-845D4A5555E1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563" y="1095375"/>
            <a:ext cx="8775700" cy="0"/>
          </a:xfrm>
          <a:prstGeom prst="line">
            <a:avLst/>
          </a:prstGeom>
          <a:noFill/>
          <a:ln w="76200">
            <a:solidFill>
              <a:srgbClr val="9D001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AE2811BE-4FDA-C648-BA84-201B12819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>
                <a:latin typeface="Arial" charset="0"/>
              </a:rPr>
              <a:t>OSMOSIS</a:t>
            </a:r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849" name="Picture 24" descr="Concentration outside the cell controls water movement." title="Osmosis">
            <a:extLst>
              <a:ext uri="{FF2B5EF4-FFF2-40B4-BE49-F238E27FC236}">
                <a16:creationId xmlns:a16="http://schemas.microsoft.com/office/drawing/2014/main" id="{3CAB3521-D864-4337-B6B6-AC96FD9A15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0" y="1371600"/>
            <a:ext cx="8547100" cy="4754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4ABE1D59-85E6-DD47-BB3A-C54B3E271464}"/>
              </a:ext>
            </a:extLst>
          </p:cNvPr>
          <p:cNvSpPr txBox="1"/>
          <p:nvPr/>
        </p:nvSpPr>
        <p:spPr>
          <a:xfrm>
            <a:off x="639763" y="1466850"/>
            <a:ext cx="1279525" cy="16827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85" dirty="0">
                <a:latin typeface="Arial Black" pitchFamily="34" charset="0"/>
                <a:ea typeface="MS PGothic" charset="0"/>
                <a:cs typeface="MS PGothic" charset="0"/>
              </a:rPr>
              <a:t>Isotonic</a:t>
            </a:r>
            <a:r>
              <a:rPr lang="en-US" sz="1085" dirty="0">
                <a:latin typeface="Arial"/>
                <a:ea typeface="MS PGothic" charset="0"/>
                <a:cs typeface="MS PGothic" charset="0"/>
              </a:rPr>
              <a:t> </a:t>
            </a:r>
            <a:r>
              <a:rPr lang="en-US" sz="1085" dirty="0">
                <a:latin typeface="Arial Black" pitchFamily="34" charset="0"/>
                <a:ea typeface="MS PGothic" charset="0"/>
                <a:cs typeface="MS PGothic" charset="0"/>
              </a:rPr>
              <a:t>solution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58BE131-FC26-4F4C-B396-3F8DC673DA01}"/>
              </a:ext>
            </a:extLst>
          </p:cNvPr>
          <p:cNvSpPr txBox="1"/>
          <p:nvPr/>
        </p:nvSpPr>
        <p:spPr>
          <a:xfrm>
            <a:off x="3443288" y="1466850"/>
            <a:ext cx="1433512" cy="16827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85" dirty="0">
                <a:latin typeface="Arial Black" pitchFamily="34" charset="0"/>
                <a:ea typeface="MS PGothic" charset="0"/>
                <a:cs typeface="MS PGothic" charset="0"/>
              </a:rPr>
              <a:t>Hypotonic</a:t>
            </a:r>
            <a:r>
              <a:rPr lang="en-US" sz="1085" dirty="0">
                <a:latin typeface="Arial"/>
                <a:ea typeface="MS PGothic" charset="0"/>
                <a:cs typeface="MS PGothic" charset="0"/>
              </a:rPr>
              <a:t> </a:t>
            </a:r>
            <a:r>
              <a:rPr lang="en-US" sz="1085" dirty="0">
                <a:latin typeface="Arial Black" pitchFamily="34" charset="0"/>
                <a:ea typeface="MS PGothic" charset="0"/>
                <a:cs typeface="MS PGothic" charset="0"/>
              </a:rPr>
              <a:t>solution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4D365A3-8198-8646-8ABF-D4E6601BAEC4}"/>
              </a:ext>
            </a:extLst>
          </p:cNvPr>
          <p:cNvSpPr txBox="1"/>
          <p:nvPr/>
        </p:nvSpPr>
        <p:spPr>
          <a:xfrm>
            <a:off x="6299200" y="1466850"/>
            <a:ext cx="1495425" cy="16827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85" dirty="0">
                <a:latin typeface="Arial Black" pitchFamily="34" charset="0"/>
                <a:ea typeface="MS PGothic" charset="0"/>
                <a:cs typeface="MS PGothic" charset="0"/>
              </a:rPr>
              <a:t>Hypertonic</a:t>
            </a:r>
            <a:r>
              <a:rPr lang="en-US" sz="1085" dirty="0">
                <a:latin typeface="Arial"/>
                <a:ea typeface="MS PGothic" charset="0"/>
                <a:cs typeface="MS PGothic" charset="0"/>
              </a:rPr>
              <a:t> </a:t>
            </a:r>
            <a:r>
              <a:rPr lang="en-US" sz="1085" dirty="0">
                <a:latin typeface="Arial Black" pitchFamily="34" charset="0"/>
                <a:ea typeface="MS PGothic" charset="0"/>
                <a:cs typeface="MS PGothic" charset="0"/>
              </a:rPr>
              <a:t>solution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06D2AFC-A7AC-5D4A-B8C2-21C52D2F5E8E}"/>
              </a:ext>
            </a:extLst>
          </p:cNvPr>
          <p:cNvSpPr txBox="1"/>
          <p:nvPr/>
        </p:nvSpPr>
        <p:spPr>
          <a:xfrm>
            <a:off x="654050" y="1746250"/>
            <a:ext cx="2354263" cy="66833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85" b="1" dirty="0">
                <a:latin typeface="Arial"/>
                <a:ea typeface="MS PGothic" charset="0"/>
              </a:rPr>
              <a:t>In an isotonic saline solution, no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85" b="1" dirty="0">
                <a:latin typeface="Arial"/>
                <a:ea typeface="MS PGothic" charset="0"/>
              </a:rPr>
              <a:t>osmotic flow occurs, and the shape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85" b="1" dirty="0">
                <a:latin typeface="Arial"/>
                <a:ea typeface="MS PGothic" charset="0"/>
              </a:rPr>
              <a:t>of the red blood cell (RBC) appears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85" b="1" dirty="0">
                <a:latin typeface="Arial"/>
                <a:ea typeface="MS PGothic" charset="0"/>
              </a:rPr>
              <a:t>normal.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D36F6D6-C450-C34E-A82B-F11A37F4BF6D}"/>
              </a:ext>
            </a:extLst>
          </p:cNvPr>
          <p:cNvSpPr txBox="1"/>
          <p:nvPr/>
        </p:nvSpPr>
        <p:spPr>
          <a:xfrm>
            <a:off x="2503488" y="2657475"/>
            <a:ext cx="604837" cy="29686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65" b="1">
                <a:latin typeface="Arial"/>
                <a:ea typeface="MS PGothic" charset="0"/>
              </a:rPr>
              <a:t>Water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65" b="1">
                <a:latin typeface="Arial"/>
                <a:ea typeface="MS PGothic" charset="0"/>
              </a:rPr>
              <a:t>molecules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C296790-9386-A347-B413-B7C44CD46C6D}"/>
              </a:ext>
            </a:extLst>
          </p:cNvPr>
          <p:cNvSpPr txBox="1"/>
          <p:nvPr/>
        </p:nvSpPr>
        <p:spPr>
          <a:xfrm>
            <a:off x="2503488" y="3167063"/>
            <a:ext cx="604837" cy="29686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65" b="1" dirty="0">
                <a:latin typeface="Arial"/>
                <a:ea typeface="MS PGothic" charset="0"/>
              </a:rPr>
              <a:t>Solute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65" b="1" dirty="0">
                <a:latin typeface="Arial"/>
                <a:ea typeface="MS PGothic" charset="0"/>
              </a:rPr>
              <a:t>molecules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07AF24-CE52-624E-9056-86023BF8F835}"/>
              </a:ext>
            </a:extLst>
          </p:cNvPr>
          <p:cNvSpPr txBox="1"/>
          <p:nvPr/>
        </p:nvSpPr>
        <p:spPr>
          <a:xfrm>
            <a:off x="3454400" y="1746250"/>
            <a:ext cx="2460625" cy="66833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85" b="1" dirty="0">
                <a:latin typeface="Arial"/>
                <a:ea typeface="MS PGothic" charset="0"/>
              </a:rPr>
              <a:t>In a hypotonic solution, the water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85" b="1" dirty="0">
                <a:latin typeface="Arial"/>
                <a:ea typeface="MS PGothic" charset="0"/>
              </a:rPr>
              <a:t>flows into the red blood cell. The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85" b="1" dirty="0">
                <a:latin typeface="Arial"/>
                <a:ea typeface="MS PGothic" charset="0"/>
              </a:rPr>
              <a:t>swelling may continue until the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85" b="1" dirty="0">
                <a:latin typeface="Arial"/>
                <a:ea typeface="MS PGothic" charset="0"/>
              </a:rPr>
              <a:t>plasma membrane ruptures, or lyses.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6D947F8-FA50-A84C-A71A-636220DE3BC3}"/>
              </a:ext>
            </a:extLst>
          </p:cNvPr>
          <p:cNvSpPr txBox="1"/>
          <p:nvPr/>
        </p:nvSpPr>
        <p:spPr>
          <a:xfrm>
            <a:off x="6319838" y="1746250"/>
            <a:ext cx="2090737" cy="66833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85" b="1" dirty="0">
                <a:latin typeface="Arial"/>
                <a:ea typeface="MS PGothic" charset="0"/>
              </a:rPr>
              <a:t>In a hypertonic solution, water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85" b="1" dirty="0">
                <a:latin typeface="Arial"/>
                <a:ea typeface="MS PGothic" charset="0"/>
              </a:rPr>
              <a:t>moves out of the red blood cell.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85" b="1" dirty="0">
                <a:latin typeface="Arial"/>
                <a:ea typeface="MS PGothic" charset="0"/>
              </a:rPr>
              <a:t>The cell shrivels and becomes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85" b="1" dirty="0" err="1">
                <a:latin typeface="Arial"/>
                <a:ea typeface="MS PGothic" charset="0"/>
              </a:rPr>
              <a:t>crenated</a:t>
            </a:r>
            <a:r>
              <a:rPr lang="en-US" sz="1085" b="1" dirty="0">
                <a:latin typeface="Arial"/>
                <a:ea typeface="MS PGothic" charset="0"/>
              </a:rPr>
              <a:t>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B6374D4-A36E-C949-82E7-15C3BBD7B745}"/>
              </a:ext>
            </a:extLst>
          </p:cNvPr>
          <p:cNvSpPr txBox="1"/>
          <p:nvPr/>
        </p:nvSpPr>
        <p:spPr>
          <a:xfrm>
            <a:off x="441325" y="5445125"/>
            <a:ext cx="1306513" cy="29686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65" b="1">
                <a:solidFill>
                  <a:srgbClr val="000000"/>
                </a:solidFill>
                <a:latin typeface="Arial"/>
                <a:ea typeface="MS PGothic" charset="0"/>
              </a:rPr>
              <a:t>SEM of a normal RBC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65" b="1">
                <a:solidFill>
                  <a:srgbClr val="000000"/>
                </a:solidFill>
                <a:latin typeface="Arial"/>
                <a:ea typeface="MS PGothic" charset="0"/>
              </a:rPr>
              <a:t>in an isotonic solution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EF9B6C4-543D-0F4E-BA43-43A9B1F3019D}"/>
              </a:ext>
            </a:extLst>
          </p:cNvPr>
          <p:cNvSpPr txBox="1"/>
          <p:nvPr/>
        </p:nvSpPr>
        <p:spPr>
          <a:xfrm>
            <a:off x="3430588" y="5445125"/>
            <a:ext cx="1143000" cy="29686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65" b="1">
                <a:solidFill>
                  <a:srgbClr val="000000"/>
                </a:solidFill>
                <a:latin typeface="Arial"/>
                <a:ea typeface="MS PGothic" charset="0"/>
              </a:rPr>
              <a:t>SEM of an RBC in a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65" b="1">
                <a:solidFill>
                  <a:srgbClr val="000000"/>
                </a:solidFill>
                <a:latin typeface="Arial"/>
                <a:ea typeface="MS PGothic" charset="0"/>
              </a:rPr>
              <a:t>hypotonic solution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FDF5FE4-E8A2-1742-A3BF-8BF33F37A161}"/>
              </a:ext>
            </a:extLst>
          </p:cNvPr>
          <p:cNvSpPr txBox="1"/>
          <p:nvPr/>
        </p:nvSpPr>
        <p:spPr>
          <a:xfrm>
            <a:off x="6086475" y="5445125"/>
            <a:ext cx="1389063" cy="29686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65" b="1">
                <a:solidFill>
                  <a:srgbClr val="000000"/>
                </a:solidFill>
                <a:latin typeface="Arial"/>
                <a:ea typeface="MS PGothic" charset="0"/>
              </a:rPr>
              <a:t>SEM of crenated RBCs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65" b="1">
                <a:solidFill>
                  <a:srgbClr val="000000"/>
                </a:solidFill>
                <a:latin typeface="Arial"/>
                <a:ea typeface="MS PGothic" charset="0"/>
              </a:rPr>
              <a:t>in a hypertonic solution</a:t>
            </a:r>
          </a:p>
        </p:txBody>
      </p:sp>
      <p:sp>
        <p:nvSpPr>
          <p:cNvPr id="41" name="Freeform 40">
            <a:extLst>
              <a:ext uri="{FF2B5EF4-FFF2-40B4-BE49-F238E27FC236}">
                <a16:creationId xmlns:a16="http://schemas.microsoft.com/office/drawing/2014/main" id="{86059436-81F7-0C49-881E-8E42535031BC}"/>
              </a:ext>
            </a:extLst>
          </p:cNvPr>
          <p:cNvSpPr/>
          <p:nvPr/>
        </p:nvSpPr>
        <p:spPr>
          <a:xfrm>
            <a:off x="1746250" y="3232150"/>
            <a:ext cx="711200" cy="403225"/>
          </a:xfrm>
          <a:custGeom>
            <a:avLst/>
            <a:gdLst>
              <a:gd name="connsiteX0" fmla="*/ 449186 w 710768"/>
              <a:gd name="connsiteY0" fmla="*/ 389854 h 402554"/>
              <a:gd name="connsiteX1" fmla="*/ 698068 w 710768"/>
              <a:gd name="connsiteY1" fmla="*/ 12700 h 402554"/>
              <a:gd name="connsiteX2" fmla="*/ 12700 w 710768"/>
              <a:gd name="connsiteY2" fmla="*/ 12700 h 402554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</a:cxnLst>
            <a:rect l="l" t="t" r="r" b="b"/>
            <a:pathLst>
              <a:path w="710768" h="402554">
                <a:moveTo>
                  <a:pt x="449186" y="389854"/>
                </a:moveTo>
                <a:lnTo>
                  <a:pt x="698068" y="12700"/>
                </a:lnTo>
                <a:lnTo>
                  <a:pt x="12700" y="12700"/>
                </a:lnTo>
              </a:path>
            </a:pathLst>
          </a:custGeom>
          <a:ln w="25400">
            <a:solidFill>
              <a:srgbClr val="FFFFFF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2" name="Freeform 3">
            <a:extLst>
              <a:ext uri="{FF2B5EF4-FFF2-40B4-BE49-F238E27FC236}">
                <a16:creationId xmlns:a16="http://schemas.microsoft.com/office/drawing/2014/main" id="{FB82526F-2401-C049-85DD-05F2DC44532E}"/>
              </a:ext>
            </a:extLst>
          </p:cNvPr>
          <p:cNvSpPr/>
          <p:nvPr/>
        </p:nvSpPr>
        <p:spPr>
          <a:xfrm>
            <a:off x="2128838" y="2724150"/>
            <a:ext cx="325437" cy="215900"/>
          </a:xfrm>
          <a:custGeom>
            <a:avLst/>
            <a:gdLst>
              <a:gd name="connsiteX0" fmla="*/ 185115 w 326301"/>
              <a:gd name="connsiteY0" fmla="*/ 202056 h 214756"/>
              <a:gd name="connsiteX1" fmla="*/ 313601 w 326301"/>
              <a:gd name="connsiteY1" fmla="*/ 12700 h 214756"/>
              <a:gd name="connsiteX2" fmla="*/ 12700 w 326301"/>
              <a:gd name="connsiteY2" fmla="*/ 12700 h 214756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</a:cxnLst>
            <a:rect l="l" t="t" r="r" b="b"/>
            <a:pathLst>
              <a:path w="326301" h="214756">
                <a:moveTo>
                  <a:pt x="185115" y="202056"/>
                </a:moveTo>
                <a:lnTo>
                  <a:pt x="313601" y="12700"/>
                </a:lnTo>
                <a:lnTo>
                  <a:pt x="12700" y="12700"/>
                </a:lnTo>
              </a:path>
            </a:pathLst>
          </a:custGeom>
          <a:ln w="25400">
            <a:solidFill>
              <a:srgbClr val="FFFFFF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3" name="Freeform 3">
            <a:extLst>
              <a:ext uri="{FF2B5EF4-FFF2-40B4-BE49-F238E27FC236}">
                <a16:creationId xmlns:a16="http://schemas.microsoft.com/office/drawing/2014/main" id="{720BBB20-33FD-2540-94C9-22635B9AD5F2}"/>
              </a:ext>
            </a:extLst>
          </p:cNvPr>
          <p:cNvSpPr/>
          <p:nvPr/>
        </p:nvSpPr>
        <p:spPr>
          <a:xfrm>
            <a:off x="1752600" y="3238500"/>
            <a:ext cx="698500" cy="390525"/>
          </a:xfrm>
          <a:custGeom>
            <a:avLst/>
            <a:gdLst>
              <a:gd name="connsiteX0" fmla="*/ 442836 w 698068"/>
              <a:gd name="connsiteY0" fmla="*/ 383504 h 389854"/>
              <a:gd name="connsiteX1" fmla="*/ 691718 w 698068"/>
              <a:gd name="connsiteY1" fmla="*/ 6350 h 389854"/>
              <a:gd name="connsiteX2" fmla="*/ 6350 w 698068"/>
              <a:gd name="connsiteY2" fmla="*/ 6350 h 389854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</a:cxnLst>
            <a:rect l="l" t="t" r="r" b="b"/>
            <a:pathLst>
              <a:path w="698068" h="389854">
                <a:moveTo>
                  <a:pt x="442836" y="383504"/>
                </a:moveTo>
                <a:lnTo>
                  <a:pt x="691718" y="6350"/>
                </a:lnTo>
                <a:lnTo>
                  <a:pt x="6350" y="6350"/>
                </a:lnTo>
              </a:path>
            </a:pathLst>
          </a:custGeom>
          <a:ln w="12700">
            <a:solidFill>
              <a:srgbClr val="231F20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4" name="Freeform 3">
            <a:extLst>
              <a:ext uri="{FF2B5EF4-FFF2-40B4-BE49-F238E27FC236}">
                <a16:creationId xmlns:a16="http://schemas.microsoft.com/office/drawing/2014/main" id="{A1483420-5DF8-3A47-A872-65264758465E}"/>
              </a:ext>
            </a:extLst>
          </p:cNvPr>
          <p:cNvSpPr/>
          <p:nvPr/>
        </p:nvSpPr>
        <p:spPr>
          <a:xfrm>
            <a:off x="2135188" y="2730500"/>
            <a:ext cx="312737" cy="203200"/>
          </a:xfrm>
          <a:custGeom>
            <a:avLst/>
            <a:gdLst>
              <a:gd name="connsiteX0" fmla="*/ 178765 w 313601"/>
              <a:gd name="connsiteY0" fmla="*/ 195706 h 202056"/>
              <a:gd name="connsiteX1" fmla="*/ 307251 w 313601"/>
              <a:gd name="connsiteY1" fmla="*/ 6350 h 202056"/>
              <a:gd name="connsiteX2" fmla="*/ 6350 w 313601"/>
              <a:gd name="connsiteY2" fmla="*/ 6350 h 202056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</a:cxnLst>
            <a:rect l="l" t="t" r="r" b="b"/>
            <a:pathLst>
              <a:path w="313601" h="202056">
                <a:moveTo>
                  <a:pt x="178765" y="195706"/>
                </a:moveTo>
                <a:lnTo>
                  <a:pt x="307251" y="6350"/>
                </a:lnTo>
                <a:lnTo>
                  <a:pt x="6350" y="6350"/>
                </a:lnTo>
              </a:path>
            </a:pathLst>
          </a:custGeom>
          <a:ln w="12700">
            <a:solidFill>
              <a:srgbClr val="231F20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78865" name="TextBox 2">
            <a:extLst>
              <a:ext uri="{FF2B5EF4-FFF2-40B4-BE49-F238E27FC236}">
                <a16:creationId xmlns:a16="http://schemas.microsoft.com/office/drawing/2014/main" id="{FCDA3056-06FF-4DE4-A382-F3E7E085B5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963" y="1465263"/>
            <a:ext cx="85725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ts val="1200"/>
              </a:lnSpc>
            </a:pPr>
            <a:r>
              <a:rPr lang="en-US" altLang="en-US" sz="1000">
                <a:latin typeface="Arial Black" panose="020B0A04020102020204" pitchFamily="34" charset="0"/>
              </a:rPr>
              <a:t>a</a:t>
            </a:r>
          </a:p>
        </p:txBody>
      </p:sp>
      <p:sp>
        <p:nvSpPr>
          <p:cNvPr id="78866" name="TextBox 2">
            <a:extLst>
              <a:ext uri="{FF2B5EF4-FFF2-40B4-BE49-F238E27FC236}">
                <a16:creationId xmlns:a16="http://schemas.microsoft.com/office/drawing/2014/main" id="{4BFC3C87-DFBC-4EFE-BF77-E319389746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9138" y="1465263"/>
            <a:ext cx="84960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ts val="1200"/>
              </a:lnSpc>
            </a:pPr>
            <a:r>
              <a:rPr lang="en-US" altLang="en-US" sz="1000">
                <a:latin typeface="Arial Black" panose="020B0A04020102020204" pitchFamily="34" charset="0"/>
              </a:rPr>
              <a:t>b</a:t>
            </a:r>
          </a:p>
        </p:txBody>
      </p:sp>
      <p:sp>
        <p:nvSpPr>
          <p:cNvPr id="78867" name="TextBox 2">
            <a:extLst>
              <a:ext uri="{FF2B5EF4-FFF2-40B4-BE49-F238E27FC236}">
                <a16:creationId xmlns:a16="http://schemas.microsoft.com/office/drawing/2014/main" id="{78D0EE7B-0E7F-4CAE-B8E6-1D8117F4DE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2988" y="1463675"/>
            <a:ext cx="84960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ts val="1200"/>
              </a:lnSpc>
            </a:pPr>
            <a:r>
              <a:rPr lang="en-US" altLang="en-US" sz="1000">
                <a:latin typeface="Arial Black" panose="020B0A04020102020204" pitchFamily="34" charset="0"/>
              </a:rPr>
              <a:t>c</a:t>
            </a:r>
          </a:p>
        </p:txBody>
      </p:sp>
      <p:sp>
        <p:nvSpPr>
          <p:cNvPr id="78868" name="Line 6">
            <a:extLst>
              <a:ext uri="{FF2B5EF4-FFF2-40B4-BE49-F238E27FC236}">
                <a16:creationId xmlns:a16="http://schemas.microsoft.com/office/drawing/2014/main" id="{DDACB5DC-C423-44E3-82A8-91CDEB8BA93A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563" y="1095375"/>
            <a:ext cx="8775700" cy="0"/>
          </a:xfrm>
          <a:prstGeom prst="line">
            <a:avLst/>
          </a:prstGeom>
          <a:noFill/>
          <a:ln w="76200">
            <a:solidFill>
              <a:srgbClr val="9D001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" name="Title 3">
            <a:extLst>
              <a:ext uri="{FF2B5EF4-FFF2-40B4-BE49-F238E27FC236}">
                <a16:creationId xmlns:a16="http://schemas.microsoft.com/office/drawing/2014/main" id="{7818C640-C1EA-3748-A794-DA71B87D8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>
                <a:latin typeface="Arial" charset="0"/>
              </a:rPr>
              <a:t>OSMOSIS</a:t>
            </a:r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4" descr="Concentration outside the cell controls water movement." title="Osmosis">
            <a:extLst>
              <a:ext uri="{FF2B5EF4-FFF2-40B4-BE49-F238E27FC236}">
                <a16:creationId xmlns:a16="http://schemas.microsoft.com/office/drawing/2014/main" id="{647862F3-A6C8-304F-BD53-29540AAF1FA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904" t="22960" r="875" b="2466"/>
          <a:stretch/>
        </p:blipFill>
        <p:spPr bwMode="auto">
          <a:xfrm>
            <a:off x="6382139" y="2690330"/>
            <a:ext cx="2668556" cy="3545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4" descr="Concentration outside the cell controls water movement." title="Osmosis">
            <a:extLst>
              <a:ext uri="{FF2B5EF4-FFF2-40B4-BE49-F238E27FC236}">
                <a16:creationId xmlns:a16="http://schemas.microsoft.com/office/drawing/2014/main" id="{0352C757-50E7-F74F-BB31-11B1A690B1C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5" t="22960" r="67285" b="2466"/>
          <a:stretch/>
        </p:blipFill>
        <p:spPr bwMode="auto">
          <a:xfrm>
            <a:off x="77756" y="2690330"/>
            <a:ext cx="2721429" cy="3545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4" descr="Concentration outside the cell controls water movement." title="Osmosis">
            <a:extLst>
              <a:ext uri="{FF2B5EF4-FFF2-40B4-BE49-F238E27FC236}">
                <a16:creationId xmlns:a16="http://schemas.microsoft.com/office/drawing/2014/main" id="{7E8BF2DD-22A0-FB4B-8960-EEAB3029262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70" t="22960" r="33662" b="2466"/>
          <a:stretch/>
        </p:blipFill>
        <p:spPr bwMode="auto">
          <a:xfrm>
            <a:off x="3181740" y="2690330"/>
            <a:ext cx="2817844" cy="3545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CC23F7E-9660-B34E-AF7D-D86327C18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55" y="289243"/>
            <a:ext cx="8775700" cy="822325"/>
          </a:xfrm>
        </p:spPr>
        <p:txBody>
          <a:bodyPr/>
          <a:lstStyle/>
          <a:p>
            <a:pPr algn="ctr"/>
            <a:r>
              <a:rPr lang="en-US" altLang="en-US" sz="3600" i="1" dirty="0">
                <a:latin typeface="+mj-ea"/>
                <a:ea typeface="+mj-ea"/>
              </a:rPr>
              <a:t>Which image shows what happens to your cells if you drink salt water? </a:t>
            </a:r>
            <a:br>
              <a:rPr lang="en-US" altLang="en-US" sz="3600" i="1" dirty="0">
                <a:latin typeface="+mj-ea"/>
                <a:ea typeface="+mj-ea"/>
              </a:rPr>
            </a:br>
            <a:br>
              <a:rPr lang="en-US" altLang="en-US" sz="4000" i="1" dirty="0">
                <a:latin typeface="+mj-ea"/>
                <a:ea typeface="+mj-ea"/>
              </a:rPr>
            </a:br>
            <a:r>
              <a:rPr lang="en-US" altLang="en-US" sz="4800" i="1" dirty="0">
                <a:latin typeface="+mj-ea"/>
                <a:ea typeface="+mj-ea"/>
              </a:rPr>
              <a:t>Left, Middle, or Right</a:t>
            </a:r>
            <a:br>
              <a:rPr lang="en-US" altLang="en-US" sz="4000" i="1" dirty="0">
                <a:latin typeface="+mj-ea"/>
                <a:ea typeface="+mj-ea"/>
              </a:rPr>
            </a:br>
            <a:endParaRPr lang="en-US" sz="360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6"/>
          <p:cNvSpPr>
            <a:spLocks noChangeShapeType="1"/>
          </p:cNvSpPr>
          <p:nvPr/>
        </p:nvSpPr>
        <p:spPr bwMode="auto">
          <a:xfrm>
            <a:off x="182563" y="1143000"/>
            <a:ext cx="8775700" cy="0"/>
          </a:xfrm>
          <a:prstGeom prst="line">
            <a:avLst/>
          </a:prstGeom>
          <a:noFill/>
          <a:ln w="76200">
            <a:solidFill>
              <a:srgbClr val="9D0016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latin typeface="+mj-ea"/>
              <a:ea typeface="+mj-ea"/>
            </a:endParaRPr>
          </a:p>
        </p:txBody>
      </p:sp>
      <p:pic>
        <p:nvPicPr>
          <p:cNvPr id="6" name="Picture 5" descr="Cells share certain basic features, but are structurally and functionally very different from one another.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695" y="2284156"/>
            <a:ext cx="8743896" cy="335536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71020" y="2996144"/>
            <a:ext cx="351057" cy="2982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69" b="1" dirty="0">
                <a:solidFill>
                  <a:srgbClr val="000000"/>
                </a:solidFill>
                <a:latin typeface="+mj-ea"/>
                <a:ea typeface="+mj-ea"/>
                <a:cs typeface="+mn-cs"/>
              </a:rPr>
              <a:t>Blood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69" b="1" dirty="0">
                <a:solidFill>
                  <a:srgbClr val="000000"/>
                </a:solidFill>
                <a:latin typeface="+mj-ea"/>
                <a:ea typeface="+mj-ea"/>
                <a:cs typeface="+mn-cs"/>
              </a:rPr>
              <a:t>cells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80429" y="3746336"/>
            <a:ext cx="351058" cy="14914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69" b="1" dirty="0">
                <a:solidFill>
                  <a:srgbClr val="000000"/>
                </a:solidFill>
                <a:latin typeface="+mj-ea"/>
                <a:ea typeface="+mj-ea"/>
                <a:cs typeface="+mn-cs"/>
              </a:rPr>
              <a:t>Ovum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3695" y="4051463"/>
            <a:ext cx="671659" cy="2982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69" b="1" dirty="0">
                <a:solidFill>
                  <a:srgbClr val="000000"/>
                </a:solidFill>
                <a:latin typeface="+mj-ea"/>
                <a:ea typeface="+mj-ea"/>
                <a:cs typeface="+mn-cs"/>
              </a:rPr>
              <a:t>Smooth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69" b="1" dirty="0">
                <a:solidFill>
                  <a:srgbClr val="000000"/>
                </a:solidFill>
                <a:latin typeface="+mj-ea"/>
                <a:ea typeface="+mj-ea"/>
                <a:cs typeface="+mn-cs"/>
              </a:rPr>
              <a:t>muscle cell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06035" y="4542931"/>
            <a:ext cx="309380" cy="2982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69" b="1" dirty="0">
                <a:solidFill>
                  <a:srgbClr val="000000"/>
                </a:solidFill>
                <a:latin typeface="+mj-ea"/>
                <a:ea typeface="+mj-ea"/>
                <a:cs typeface="+mn-cs"/>
              </a:rPr>
              <a:t>Bone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69" b="1" dirty="0">
                <a:solidFill>
                  <a:srgbClr val="000000"/>
                </a:solidFill>
                <a:latin typeface="+mj-ea"/>
                <a:ea typeface="+mj-ea"/>
                <a:cs typeface="+mn-cs"/>
              </a:rPr>
              <a:t>cell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43742" y="5147880"/>
            <a:ext cx="429605" cy="14914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69" b="1" dirty="0">
                <a:solidFill>
                  <a:srgbClr val="000000"/>
                </a:solidFill>
                <a:latin typeface="+mj-ea"/>
                <a:ea typeface="+mj-ea"/>
                <a:cs typeface="+mn-cs"/>
              </a:rPr>
              <a:t>Fat cell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5354" y="5300649"/>
            <a:ext cx="851195" cy="29828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69" b="1" dirty="0">
                <a:solidFill>
                  <a:srgbClr val="000000"/>
                </a:solidFill>
                <a:latin typeface="+mj-ea"/>
                <a:ea typeface="+mj-ea"/>
                <a:cs typeface="+mn-cs"/>
              </a:rPr>
              <a:t>Cells lining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69" b="1" dirty="0">
                <a:solidFill>
                  <a:srgbClr val="000000"/>
                </a:solidFill>
                <a:latin typeface="+mj-ea"/>
                <a:ea typeface="+mj-ea"/>
                <a:cs typeface="+mn-cs"/>
              </a:rPr>
              <a:t>intestinal 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83104" y="5377025"/>
            <a:ext cx="916918" cy="14914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69" b="1">
                <a:solidFill>
                  <a:srgbClr val="000000"/>
                </a:solidFill>
                <a:latin typeface="+mj-ea"/>
                <a:ea typeface="+mj-ea"/>
                <a:cs typeface="+mn-cs"/>
              </a:rPr>
              <a:t>Neuron in brain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3642" y="5440089"/>
            <a:ext cx="386324" cy="14914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69" b="1" dirty="0">
                <a:solidFill>
                  <a:srgbClr val="000000"/>
                </a:solidFill>
                <a:latin typeface="+mj-ea"/>
                <a:ea typeface="+mj-ea"/>
                <a:cs typeface="+mn-cs"/>
              </a:rPr>
              <a:t>Sperm</a:t>
            </a:r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>
          <a:xfrm>
            <a:off x="182563" y="1333257"/>
            <a:ext cx="8775700" cy="41148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¡"/>
              <a:defRPr sz="2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25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Wingdings" pitchFamily="2" charset="2"/>
              <a:buChar char="¡"/>
              <a:defRPr sz="22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19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buFont typeface="Wingdings" pitchFamily="2" charset="2"/>
              <a:buChar char="§"/>
            </a:pPr>
            <a:r>
              <a:rPr lang="en-US" dirty="0">
                <a:latin typeface="+mj-ea"/>
                <a:ea typeface="+mj-ea"/>
              </a:rPr>
              <a:t>All living organisms are composed of cells.</a:t>
            </a:r>
          </a:p>
          <a:p>
            <a:pPr eaLnBrk="1" hangingPunct="1">
              <a:buFont typeface="Wingdings" pitchFamily="2" charset="2"/>
              <a:buChar char="§"/>
            </a:pPr>
            <a:endParaRPr lang="en-US" dirty="0">
              <a:latin typeface="+mj-ea"/>
              <a:ea typeface="+mj-ea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CAA2291-7740-7043-9687-89A8E16C6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>
                <a:latin typeface="Arial" charset="0"/>
              </a:rPr>
              <a:t>THE CELL</a:t>
            </a:r>
            <a:br>
              <a:rPr lang="en-US" sz="5400" dirty="0">
                <a:latin typeface="Arial" charset="0"/>
              </a:rPr>
            </a:b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12083920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The cell."/>
          <p:cNvPicPr>
            <a:picLocks noChangeAspect="1"/>
          </p:cNvPicPr>
          <p:nvPr/>
        </p:nvPicPr>
        <p:blipFill rotWithShape="1">
          <a:blip r:embed="rId3"/>
          <a:srcRect l="2108" t="1021" r="1398" b="12620"/>
          <a:stretch/>
        </p:blipFill>
        <p:spPr>
          <a:xfrm>
            <a:off x="3048000" y="1438542"/>
            <a:ext cx="5715000" cy="5114658"/>
          </a:xfrm>
          <a:prstGeom prst="rect">
            <a:avLst/>
          </a:prstGeom>
        </p:spPr>
      </p:pic>
      <p:sp>
        <p:nvSpPr>
          <p:cNvPr id="3" name="Line 6"/>
          <p:cNvSpPr>
            <a:spLocks noChangeShapeType="1"/>
          </p:cNvSpPr>
          <p:nvPr/>
        </p:nvSpPr>
        <p:spPr bwMode="auto">
          <a:xfrm>
            <a:off x="182563" y="1143000"/>
            <a:ext cx="8775700" cy="0"/>
          </a:xfrm>
          <a:prstGeom prst="line">
            <a:avLst/>
          </a:prstGeom>
          <a:noFill/>
          <a:ln w="76200">
            <a:solidFill>
              <a:srgbClr val="9D0016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latin typeface="+mj-ea"/>
              <a:ea typeface="+mj-ea"/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>
          <a:xfrm>
            <a:off x="152400" y="1219200"/>
            <a:ext cx="4495800" cy="15240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¡"/>
              <a:defRPr sz="2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25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5000"/>
              <a:buFont typeface="Wingdings" pitchFamily="2" charset="2"/>
              <a:buChar char="¡"/>
              <a:defRPr sz="22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l"/>
              <a:defRPr sz="19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¡"/>
              <a:defRPr sz="1900">
                <a:solidFill>
                  <a:schemeClr val="tx1"/>
                </a:solidFill>
                <a:latin typeface="+mn-lt"/>
              </a:defRPr>
            </a:lvl9pPr>
          </a:lstStyle>
          <a:p>
            <a:pPr marL="514350" indent="-514350" eaLnBrk="1" hangingPunct="1">
              <a:buFont typeface="+mj-lt"/>
              <a:buAutoNum type="arabicParenR"/>
            </a:pPr>
            <a:r>
              <a:rPr lang="en-US" sz="3200" dirty="0">
                <a:latin typeface="+mj-ea"/>
                <a:ea typeface="+mj-ea"/>
              </a:rPr>
              <a:t>Plasma Membrane</a:t>
            </a:r>
          </a:p>
          <a:p>
            <a:pPr marL="514350" indent="-514350" eaLnBrk="1" hangingPunct="1">
              <a:buFont typeface="+mj-lt"/>
              <a:buAutoNum type="arabicParenR"/>
            </a:pPr>
            <a:endParaRPr lang="en-US" sz="3200" dirty="0">
              <a:latin typeface="+mj-ea"/>
              <a:ea typeface="+mj-ea"/>
            </a:endParaRPr>
          </a:p>
          <a:p>
            <a:pPr marL="514350" indent="-514350" eaLnBrk="1" hangingPunct="1">
              <a:buFont typeface="+mj-lt"/>
              <a:buAutoNum type="arabicParenR"/>
            </a:pPr>
            <a:r>
              <a:rPr lang="en-US" sz="3200" dirty="0">
                <a:latin typeface="+mj-ea"/>
                <a:ea typeface="+mj-ea"/>
              </a:rPr>
              <a:t>Nucleus</a:t>
            </a:r>
          </a:p>
          <a:p>
            <a:pPr marL="514350" indent="-514350" eaLnBrk="1" hangingPunct="1">
              <a:buFont typeface="+mj-lt"/>
              <a:buAutoNum type="arabicParenR"/>
            </a:pPr>
            <a:endParaRPr lang="en-US" sz="3200" dirty="0">
              <a:latin typeface="+mj-ea"/>
              <a:ea typeface="+mj-ea"/>
            </a:endParaRPr>
          </a:p>
          <a:p>
            <a:pPr marL="514350" indent="-514350" eaLnBrk="1" hangingPunct="1">
              <a:buFont typeface="+mj-lt"/>
              <a:buAutoNum type="arabicParenR"/>
            </a:pPr>
            <a:r>
              <a:rPr lang="en-US" sz="3200" dirty="0">
                <a:latin typeface="+mj-ea"/>
                <a:ea typeface="+mj-ea"/>
              </a:rPr>
              <a:t>Cytoplasm</a:t>
            </a:r>
          </a:p>
        </p:txBody>
      </p:sp>
      <p:sp>
        <p:nvSpPr>
          <p:cNvPr id="15" name="Title 2">
            <a:extLst>
              <a:ext uri="{FF2B5EF4-FFF2-40B4-BE49-F238E27FC236}">
                <a16:creationId xmlns:a16="http://schemas.microsoft.com/office/drawing/2014/main" id="{F8307CB0-48E7-EA41-AD5B-A4B509B66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>
                <a:latin typeface="Arial" charset="0"/>
              </a:rPr>
              <a:t>THE CELL</a:t>
            </a:r>
            <a:br>
              <a:rPr lang="en-US" sz="5400" dirty="0">
                <a:latin typeface="Arial" charset="0"/>
              </a:rPr>
            </a:b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3761364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19604BD-B410-F749-8BC4-CC944AFDD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>
                <a:latin typeface="Arial" charset="0"/>
              </a:rPr>
              <a:t>THE PLASMA MEMBRANE</a:t>
            </a:r>
            <a:br>
              <a:rPr lang="en-US" sz="4800" dirty="0">
                <a:latin typeface="Arial" charset="0"/>
              </a:rPr>
            </a:br>
            <a:endParaRPr lang="en-US" sz="4400" dirty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0" y="1196975"/>
            <a:ext cx="3335338" cy="4114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sz="2800" u="sng" dirty="0">
                <a:latin typeface="+mj-ea"/>
                <a:ea typeface="+mj-ea"/>
              </a:rPr>
              <a:t>Functions</a:t>
            </a:r>
            <a:r>
              <a:rPr lang="en-US" sz="2800" dirty="0">
                <a:latin typeface="+mj-ea"/>
                <a:ea typeface="+mj-ea"/>
              </a:rPr>
              <a:t>:</a:t>
            </a:r>
          </a:p>
          <a:p>
            <a:pPr marL="914400" lvl="1" indent="-457200" eaLnBrk="1" hangingPunct="1">
              <a:buFont typeface="+mj-lt"/>
              <a:buAutoNum type="arabicPeriod"/>
            </a:pPr>
            <a:r>
              <a:rPr lang="en-US" sz="2800" dirty="0">
                <a:latin typeface="+mj-ea"/>
                <a:ea typeface="+mj-ea"/>
              </a:rPr>
              <a:t>Protection</a:t>
            </a:r>
          </a:p>
          <a:p>
            <a:pPr marL="914400" lvl="1" indent="-457200" eaLnBrk="1" hangingPunct="1">
              <a:buFont typeface="+mj-lt"/>
              <a:buAutoNum type="arabicPeriod"/>
            </a:pPr>
            <a:r>
              <a:rPr lang="en-US" sz="2800" dirty="0">
                <a:latin typeface="+mj-ea"/>
                <a:ea typeface="+mj-ea"/>
              </a:rPr>
              <a:t>Regulates what enters and exits the cell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sz="2800" dirty="0">
                <a:latin typeface="+mj-ea"/>
                <a:ea typeface="+mj-ea"/>
              </a:rPr>
              <a:t>Phospholipid </a:t>
            </a:r>
            <a:r>
              <a:rPr lang="en-US" sz="2800" b="1" u="sng" dirty="0">
                <a:latin typeface="+mj-ea"/>
                <a:ea typeface="+mj-ea"/>
              </a:rPr>
              <a:t>bilayer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sz="2800" dirty="0">
                <a:latin typeface="+mj-ea"/>
                <a:ea typeface="+mj-ea"/>
              </a:rPr>
              <a:t>Surrounds cells and organelles</a:t>
            </a:r>
          </a:p>
        </p:txBody>
      </p:sp>
      <p:sp>
        <p:nvSpPr>
          <p:cNvPr id="15" name="Line 6"/>
          <p:cNvSpPr>
            <a:spLocks noChangeShapeType="1"/>
          </p:cNvSpPr>
          <p:nvPr/>
        </p:nvSpPr>
        <p:spPr bwMode="auto">
          <a:xfrm>
            <a:off x="182563" y="1095375"/>
            <a:ext cx="8775700" cy="0"/>
          </a:xfrm>
          <a:prstGeom prst="line">
            <a:avLst/>
          </a:prstGeom>
          <a:noFill/>
          <a:ln w="76200">
            <a:solidFill>
              <a:srgbClr val="9D0016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latin typeface="+mj-ea"/>
              <a:ea typeface="+mj-ea"/>
            </a:endParaRPr>
          </a:p>
        </p:txBody>
      </p:sp>
      <p:pic>
        <p:nvPicPr>
          <p:cNvPr id="5" name="Picture 4" descr="The plasma membrane of the cell is a phospholipid bilayer.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800" y="1802983"/>
            <a:ext cx="5715000" cy="3835817"/>
          </a:xfrm>
          <a:prstGeom prst="rect">
            <a:avLst/>
          </a:prstGeom>
        </p:spPr>
      </p:pic>
      <p:cxnSp>
        <p:nvCxnSpPr>
          <p:cNvPr id="3" name="Straight Arrow Connector 2"/>
          <p:cNvCxnSpPr/>
          <p:nvPr/>
        </p:nvCxnSpPr>
        <p:spPr bwMode="auto">
          <a:xfrm>
            <a:off x="4953000" y="3123439"/>
            <a:ext cx="152400" cy="4572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" name="Straight Arrow Connector 8"/>
          <p:cNvCxnSpPr/>
          <p:nvPr/>
        </p:nvCxnSpPr>
        <p:spPr bwMode="auto">
          <a:xfrm>
            <a:off x="5257800" y="2971039"/>
            <a:ext cx="152400" cy="4572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" name="Straight Arrow Connector 9"/>
          <p:cNvCxnSpPr/>
          <p:nvPr/>
        </p:nvCxnSpPr>
        <p:spPr bwMode="auto">
          <a:xfrm flipH="1" flipV="1">
            <a:off x="5486400" y="4084343"/>
            <a:ext cx="228600" cy="543698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2" name="Straight Arrow Connector 11"/>
          <p:cNvCxnSpPr/>
          <p:nvPr/>
        </p:nvCxnSpPr>
        <p:spPr bwMode="auto">
          <a:xfrm flipH="1" flipV="1">
            <a:off x="4991100" y="4312943"/>
            <a:ext cx="228600" cy="543698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6357809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187045" y="1143000"/>
            <a:ext cx="8728355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tabLst/>
              <a:defRPr/>
            </a:pPr>
            <a:r>
              <a:rPr lang="en-US" sz="2800" b="1" dirty="0">
                <a:latin typeface="+mj-ea"/>
                <a:ea typeface="+mj-ea"/>
              </a:rPr>
              <a:t>Hydrophobic</a:t>
            </a:r>
            <a:r>
              <a:rPr lang="en-US" sz="2800" dirty="0">
                <a:latin typeface="+mj-ea"/>
                <a:ea typeface="+mj-ea"/>
              </a:rPr>
              <a:t> molecules cross the membrane easily without help</a:t>
            </a:r>
          </a:p>
          <a:p>
            <a:pPr marL="914400" lvl="1" indent="-457200" eaLnBrk="1" hangingPunct="1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</a:pPr>
            <a:r>
              <a:rPr lang="en-US" sz="2400" i="1" dirty="0">
                <a:latin typeface="+mj-ea"/>
                <a:ea typeface="+mj-ea"/>
              </a:rPr>
              <a:t>They can dissolve in the lipid bilayer of the membrane</a:t>
            </a:r>
            <a:endParaRPr lang="en-US" sz="2400" dirty="0">
              <a:latin typeface="+mj-ea"/>
              <a:ea typeface="+mj-ea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tabLst/>
              <a:defRPr/>
            </a:pPr>
            <a:r>
              <a:rPr lang="en-US" sz="2800" b="1" dirty="0">
                <a:latin typeface="+mj-ea"/>
                <a:ea typeface="+mj-ea"/>
              </a:rPr>
              <a:t>Hydrophilic</a:t>
            </a:r>
            <a:r>
              <a:rPr lang="en-US" sz="2800" dirty="0">
                <a:latin typeface="+mj-ea"/>
                <a:ea typeface="+mj-ea"/>
              </a:rPr>
              <a:t> molecules, such as sugars, do not cross the membrane easily and </a:t>
            </a:r>
            <a:r>
              <a:rPr lang="en-US" sz="2800" i="1" dirty="0">
                <a:latin typeface="+mj-ea"/>
                <a:ea typeface="+mj-ea"/>
              </a:rPr>
              <a:t>need help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tabLst/>
              <a:defRPr/>
            </a:pPr>
            <a:endParaRPr lang="en-US" sz="2800" dirty="0">
              <a:latin typeface="+mj-ea"/>
              <a:ea typeface="+mj-ea"/>
            </a:endParaRPr>
          </a:p>
        </p:txBody>
      </p:sp>
      <p:sp>
        <p:nvSpPr>
          <p:cNvPr id="5" name="Line 6"/>
          <p:cNvSpPr>
            <a:spLocks noChangeShapeType="1"/>
          </p:cNvSpPr>
          <p:nvPr/>
        </p:nvSpPr>
        <p:spPr bwMode="auto">
          <a:xfrm>
            <a:off x="182563" y="1095375"/>
            <a:ext cx="8775700" cy="0"/>
          </a:xfrm>
          <a:prstGeom prst="line">
            <a:avLst/>
          </a:prstGeom>
          <a:noFill/>
          <a:ln w="76200">
            <a:solidFill>
              <a:srgbClr val="9D0016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latin typeface="+mj-ea"/>
              <a:ea typeface="+mj-ea"/>
            </a:endParaRPr>
          </a:p>
        </p:txBody>
      </p:sp>
      <p:pic>
        <p:nvPicPr>
          <p:cNvPr id="6" name="Picture 5" descr="Water and oil don't mix due to their incompatible charges.">
            <a:extLst>
              <a:ext uri="{FF2B5EF4-FFF2-40B4-BE49-F238E27FC236}">
                <a16:creationId xmlns:a16="http://schemas.microsoft.com/office/drawing/2014/main" id="{1C6330B5-E91A-DB4F-B921-CF67625DF31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9095" b="4286"/>
          <a:stretch/>
        </p:blipFill>
        <p:spPr>
          <a:xfrm>
            <a:off x="3124200" y="3505200"/>
            <a:ext cx="2819400" cy="3240296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sp>
        <p:nvSpPr>
          <p:cNvPr id="8" name="Title 3">
            <a:extLst>
              <a:ext uri="{FF2B5EF4-FFF2-40B4-BE49-F238E27FC236}">
                <a16:creationId xmlns:a16="http://schemas.microsoft.com/office/drawing/2014/main" id="{A874CA5D-42DF-DC44-9E09-F031A2199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>
                <a:latin typeface="Arial" charset="0"/>
              </a:rPr>
              <a:t>THE PLASMA MEMBRANE</a:t>
            </a:r>
            <a:br>
              <a:rPr lang="en-US" sz="4800" dirty="0">
                <a:latin typeface="Arial" charset="0"/>
              </a:rPr>
            </a:b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8178542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plasma membrane of the cell is a phospholipid bilayer, and transport across the membrane depends on what is trying to get through.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80" y="204216"/>
            <a:ext cx="8321040" cy="64495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8325" y="377846"/>
            <a:ext cx="2492349" cy="2254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65">
                <a:solidFill>
                  <a:schemeClr val="bg1"/>
                </a:solidFill>
                <a:latin typeface="Arial Black" pitchFamily="34" charset="0"/>
              </a:rPr>
              <a:t>EXTRACELLULAR</a:t>
            </a:r>
            <a:r>
              <a:rPr lang="en-US" sz="1465">
                <a:solidFill>
                  <a:schemeClr val="bg1"/>
                </a:solidFill>
                <a:latin typeface="Arial"/>
              </a:rPr>
              <a:t> </a:t>
            </a:r>
            <a:r>
              <a:rPr lang="en-US" sz="1465">
                <a:solidFill>
                  <a:schemeClr val="bg1"/>
                </a:solidFill>
                <a:latin typeface="Arial Black" pitchFamily="34" charset="0"/>
              </a:rPr>
              <a:t>FLUID</a:t>
            </a:r>
            <a:endParaRPr lang="en-US" sz="1465" dirty="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70416" y="609600"/>
            <a:ext cx="2230184" cy="9017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65" b="1" dirty="0">
                <a:solidFill>
                  <a:srgbClr val="000000"/>
                </a:solidFill>
                <a:latin typeface="Arial"/>
              </a:rPr>
              <a:t>H</a:t>
            </a:r>
            <a:r>
              <a:rPr lang="en-US" sz="1465" b="1" dirty="0">
                <a:solidFill>
                  <a:srgbClr val="000000"/>
                </a:solidFill>
                <a:latin typeface="Arial"/>
                <a:cs typeface="+mn-cs"/>
              </a:rPr>
              <a:t>ydrophobic molecules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65" b="1" dirty="0">
                <a:solidFill>
                  <a:srgbClr val="000000"/>
                </a:solidFill>
                <a:latin typeface="Arial"/>
                <a:cs typeface="+mn-cs"/>
              </a:rPr>
              <a:t>diffuse through the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65" b="1" dirty="0">
                <a:solidFill>
                  <a:srgbClr val="000000"/>
                </a:solidFill>
                <a:latin typeface="Arial"/>
                <a:cs typeface="+mn-cs"/>
              </a:rPr>
              <a:t>plasma membrane without help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1658959"/>
            <a:ext cx="1944766" cy="2254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65" b="1" dirty="0">
                <a:solidFill>
                  <a:srgbClr val="000000"/>
                </a:solidFill>
                <a:latin typeface="Arial"/>
                <a:cs typeface="+mn-cs"/>
              </a:rPr>
              <a:t>PLASMA MEMBRANE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3204" y="1617684"/>
            <a:ext cx="869662" cy="45089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65" b="1" dirty="0">
                <a:solidFill>
                  <a:srgbClr val="FF0000"/>
                </a:solidFill>
                <a:latin typeface="Arial"/>
                <a:cs typeface="+mn-cs"/>
              </a:rPr>
              <a:t>Transport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65" b="1" dirty="0">
                <a:solidFill>
                  <a:srgbClr val="FF0000"/>
                </a:solidFill>
                <a:latin typeface="Arial"/>
                <a:cs typeface="+mn-cs"/>
              </a:rPr>
              <a:t>protein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8325" y="6234134"/>
            <a:ext cx="1300036" cy="2254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65" dirty="0">
                <a:solidFill>
                  <a:srgbClr val="000000"/>
                </a:solidFill>
                <a:latin typeface="Arial Black" pitchFamily="34" charset="0"/>
              </a:rPr>
              <a:t>CYTOPLASM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32050" y="5199084"/>
            <a:ext cx="3517917" cy="6763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65" b="1" dirty="0">
                <a:solidFill>
                  <a:srgbClr val="000000"/>
                </a:solidFill>
                <a:latin typeface="Arial"/>
                <a:cs typeface="+mn-cs"/>
              </a:rPr>
              <a:t>Large molecules cannot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65" b="1" dirty="0">
                <a:solidFill>
                  <a:srgbClr val="000000"/>
                </a:solidFill>
                <a:latin typeface="Arial"/>
                <a:cs typeface="+mn-cs"/>
              </a:rPr>
              <a:t>diffuse through </a:t>
            </a:r>
            <a:r>
              <a:rPr lang="en-US" sz="1465" b="1" dirty="0" err="1">
                <a:solidFill>
                  <a:srgbClr val="000000"/>
                </a:solidFill>
                <a:latin typeface="Arial"/>
                <a:cs typeface="+mn-cs"/>
              </a:rPr>
              <a:t>lthe</a:t>
            </a:r>
            <a:r>
              <a:rPr lang="en-US" sz="1465" b="1" dirty="0">
                <a:solidFill>
                  <a:srgbClr val="000000"/>
                </a:solidFill>
                <a:latin typeface="Arial"/>
                <a:cs typeface="+mn-cs"/>
              </a:rPr>
              <a:t> plasma membrane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65" b="1" dirty="0">
                <a:solidFill>
                  <a:srgbClr val="000000"/>
                </a:solidFill>
                <a:latin typeface="Arial"/>
              </a:rPr>
              <a:t>w</a:t>
            </a:r>
            <a:r>
              <a:rPr lang="en-US" sz="1465" b="1" dirty="0">
                <a:solidFill>
                  <a:srgbClr val="000000"/>
                </a:solidFill>
                <a:latin typeface="Arial"/>
                <a:cs typeface="+mn-cs"/>
              </a:rPr>
              <a:t>ithout </a:t>
            </a:r>
            <a:r>
              <a:rPr lang="en-US" sz="1465" b="1" i="1" dirty="0">
                <a:solidFill>
                  <a:srgbClr val="000000"/>
                </a:solidFill>
                <a:latin typeface="Arial"/>
                <a:cs typeface="+mn-cs"/>
              </a:rPr>
              <a:t>transport proteins</a:t>
            </a:r>
            <a:endParaRPr lang="en-US" sz="1465" b="1" dirty="0">
              <a:solidFill>
                <a:srgbClr val="000000"/>
              </a:solidFill>
              <a:latin typeface="Arial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75437" y="4663968"/>
            <a:ext cx="2011363" cy="11272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65" b="1" dirty="0">
                <a:solidFill>
                  <a:srgbClr val="000000"/>
                </a:solidFill>
                <a:latin typeface="Arial"/>
              </a:rPr>
              <a:t>H</a:t>
            </a:r>
            <a:r>
              <a:rPr lang="en-US" sz="1465" b="1" dirty="0">
                <a:solidFill>
                  <a:srgbClr val="000000"/>
                </a:solidFill>
                <a:latin typeface="Arial"/>
                <a:cs typeface="+mn-cs"/>
              </a:rPr>
              <a:t>ydrophilic molecules and ions diffuse through</a:t>
            </a:r>
            <a:r>
              <a:rPr lang="en-US" sz="1465" b="1" dirty="0">
                <a:solidFill>
                  <a:srgbClr val="000000"/>
                </a:solidFill>
                <a:latin typeface="Arial"/>
              </a:rPr>
              <a:t> channels created by </a:t>
            </a:r>
            <a:r>
              <a:rPr lang="en-US" sz="1465" b="1" i="1" dirty="0">
                <a:solidFill>
                  <a:srgbClr val="000000"/>
                </a:solidFill>
                <a:latin typeface="Arial"/>
              </a:rPr>
              <a:t>transport proteins</a:t>
            </a:r>
          </a:p>
        </p:txBody>
      </p:sp>
      <p:sp>
        <p:nvSpPr>
          <p:cNvPr id="29" name="Freeform 3"/>
          <p:cNvSpPr/>
          <p:nvPr/>
        </p:nvSpPr>
        <p:spPr>
          <a:xfrm>
            <a:off x="6826483" y="2073340"/>
            <a:ext cx="720255" cy="851268"/>
          </a:xfrm>
          <a:custGeom>
            <a:avLst/>
            <a:gdLst>
              <a:gd name="connsiteX0" fmla="*/ 6350 w 720255"/>
              <a:gd name="connsiteY0" fmla="*/ 844918 h 851268"/>
              <a:gd name="connsiteX1" fmla="*/ 713904 w 720255"/>
              <a:gd name="connsiteY1" fmla="*/ 500710 h 851268"/>
              <a:gd name="connsiteX2" fmla="*/ 713904 w 720255"/>
              <a:gd name="connsiteY2" fmla="*/ 6350 h 851268"/>
            </a:gdLst>
            <a:ahLst/>
            <a:cxnLst>
              <a:cxn ang="0">
                <a:pos x="connsiteX0" y="connsiteY0"/>
              </a:cxn>
              <a:cxn ang="1">
                <a:pos x="connsiteX1" y="connsiteY1"/>
              </a:cxn>
              <a:cxn ang="2">
                <a:pos x="connsiteX2" y="connsiteY2"/>
              </a:cxn>
            </a:cxnLst>
            <a:rect l="l" t="t" r="r" b="b"/>
            <a:pathLst>
              <a:path w="720255" h="851268">
                <a:moveTo>
                  <a:pt x="6350" y="844918"/>
                </a:moveTo>
                <a:lnTo>
                  <a:pt x="713904" y="500710"/>
                </a:lnTo>
                <a:lnTo>
                  <a:pt x="713904" y="6350"/>
                </a:lnTo>
              </a:path>
            </a:pathLst>
          </a:custGeom>
          <a:ln w="12700">
            <a:solidFill>
              <a:srgbClr val="231F20">
                <a:alpha val="100000"/>
              </a:srgb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4" name="Group 33"/>
          <p:cNvGrpSpPr/>
          <p:nvPr/>
        </p:nvGrpSpPr>
        <p:grpSpPr>
          <a:xfrm>
            <a:off x="1797050" y="1911350"/>
            <a:ext cx="762213" cy="1702137"/>
            <a:chOff x="1797050" y="1911350"/>
            <a:chExt cx="762213" cy="1702137"/>
          </a:xfrm>
        </p:grpSpPr>
        <p:grpSp>
          <p:nvGrpSpPr>
            <p:cNvPr id="2" name="Group 1"/>
            <p:cNvGrpSpPr/>
            <p:nvPr/>
          </p:nvGrpSpPr>
          <p:grpSpPr>
            <a:xfrm>
              <a:off x="2306394" y="2843068"/>
              <a:ext cx="252869" cy="770419"/>
              <a:chOff x="2300044" y="2839893"/>
              <a:chExt cx="252869" cy="770419"/>
            </a:xfrm>
          </p:grpSpPr>
          <p:sp>
            <p:nvSpPr>
              <p:cNvPr id="30" name="Freeform 3"/>
              <p:cNvSpPr/>
              <p:nvPr/>
            </p:nvSpPr>
            <p:spPr>
              <a:xfrm>
                <a:off x="2381476" y="2851514"/>
                <a:ext cx="81432" cy="726909"/>
              </a:xfrm>
              <a:custGeom>
                <a:avLst/>
                <a:gdLst>
                  <a:gd name="connsiteX0" fmla="*/ 17443 w 81432"/>
                  <a:gd name="connsiteY0" fmla="*/ 17443 h 726909"/>
                  <a:gd name="connsiteX1" fmla="*/ 63988 w 81432"/>
                  <a:gd name="connsiteY1" fmla="*/ 709466 h 726909"/>
                </a:gdLst>
                <a:ahLst/>
                <a:cxnLst>
                  <a:cxn ang="0">
                    <a:pos x="connsiteX0" y="connsiteY0"/>
                  </a:cxn>
                  <a:cxn ang="1">
                    <a:pos x="connsiteX1" y="connsiteY1"/>
                  </a:cxn>
                </a:cxnLst>
                <a:rect l="l" t="t" r="r" b="b"/>
                <a:pathLst>
                  <a:path w="81432" h="726909">
                    <a:moveTo>
                      <a:pt x="17443" y="17443"/>
                    </a:moveTo>
                    <a:lnTo>
                      <a:pt x="63988" y="709466"/>
                    </a:lnTo>
                  </a:path>
                </a:pathLst>
              </a:custGeom>
              <a:ln w="127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" name="Freeform 3"/>
              <p:cNvSpPr/>
              <p:nvPr/>
            </p:nvSpPr>
            <p:spPr>
              <a:xfrm>
                <a:off x="2300044" y="2839893"/>
                <a:ext cx="221005" cy="52323"/>
              </a:xfrm>
              <a:custGeom>
                <a:avLst/>
                <a:gdLst>
                  <a:gd name="connsiteX0" fmla="*/ 17443 w 221005"/>
                  <a:gd name="connsiteY0" fmla="*/ 34880 h 52323"/>
                  <a:gd name="connsiteX1" fmla="*/ 203561 w 221005"/>
                  <a:gd name="connsiteY1" fmla="*/ 17443 h 52323"/>
                </a:gdLst>
                <a:ahLst/>
                <a:cxnLst>
                  <a:cxn ang="0">
                    <a:pos x="connsiteX0" y="connsiteY0"/>
                  </a:cxn>
                  <a:cxn ang="1">
                    <a:pos x="connsiteX1" y="connsiteY1"/>
                  </a:cxn>
                </a:cxnLst>
                <a:rect l="l" t="t" r="r" b="b"/>
                <a:pathLst>
                  <a:path w="221005" h="52323">
                    <a:moveTo>
                      <a:pt x="17443" y="34880"/>
                    </a:moveTo>
                    <a:lnTo>
                      <a:pt x="203561" y="17443"/>
                    </a:lnTo>
                  </a:path>
                </a:pathLst>
              </a:custGeom>
              <a:ln w="127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Freeform 3"/>
              <p:cNvSpPr/>
              <p:nvPr/>
            </p:nvSpPr>
            <p:spPr>
              <a:xfrm>
                <a:off x="2337750" y="3540539"/>
                <a:ext cx="215163" cy="69773"/>
              </a:xfrm>
              <a:custGeom>
                <a:avLst/>
                <a:gdLst>
                  <a:gd name="connsiteX0" fmla="*/ 17443 w 215163"/>
                  <a:gd name="connsiteY0" fmla="*/ 29076 h 69773"/>
                  <a:gd name="connsiteX1" fmla="*/ 197719 w 215163"/>
                  <a:gd name="connsiteY1" fmla="*/ 17443 h 69773"/>
                </a:gdLst>
                <a:ahLst/>
                <a:cxnLst>
                  <a:cxn ang="0">
                    <a:pos x="connsiteX0" y="connsiteY0"/>
                  </a:cxn>
                  <a:cxn ang="1">
                    <a:pos x="connsiteX1" y="connsiteY1"/>
                  </a:cxn>
                </a:cxnLst>
                <a:rect l="l" t="t" r="r" b="b"/>
                <a:pathLst>
                  <a:path w="215163" h="69773">
                    <a:moveTo>
                      <a:pt x="17443" y="29076"/>
                    </a:moveTo>
                    <a:lnTo>
                      <a:pt x="197719" y="17443"/>
                    </a:lnTo>
                  </a:path>
                </a:pathLst>
              </a:custGeom>
              <a:ln w="1270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3" name="Freeform 32"/>
            <p:cNvSpPr/>
            <p:nvPr/>
          </p:nvSpPr>
          <p:spPr>
            <a:xfrm>
              <a:off x="1797050" y="1911350"/>
              <a:ext cx="628650" cy="1346200"/>
            </a:xfrm>
            <a:custGeom>
              <a:avLst/>
              <a:gdLst>
                <a:gd name="connsiteX0" fmla="*/ 0 w 628650"/>
                <a:gd name="connsiteY0" fmla="*/ 0 h 1346200"/>
                <a:gd name="connsiteX1" fmla="*/ 0 w 628650"/>
                <a:gd name="connsiteY1" fmla="*/ 304800 h 1346200"/>
                <a:gd name="connsiteX2" fmla="*/ 628650 w 628650"/>
                <a:gd name="connsiteY2" fmla="*/ 1346200 h 134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28650" h="1346200">
                  <a:moveTo>
                    <a:pt x="0" y="0"/>
                  </a:moveTo>
                  <a:lnTo>
                    <a:pt x="0" y="304800"/>
                  </a:lnTo>
                  <a:lnTo>
                    <a:pt x="628650" y="1346200"/>
                  </a:lnTo>
                </a:path>
              </a:pathLst>
            </a:cu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itle 4" hidden="1">
            <a:extLst>
              <a:ext uri="{FF2B5EF4-FFF2-40B4-BE49-F238E27FC236}">
                <a16:creationId xmlns:a16="http://schemas.microsoft.com/office/drawing/2014/main" id="{79E62CEE-C17D-764F-BB32-C4E4D9BD3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370"/>
            <a:ext cx="8775700" cy="822325"/>
          </a:xfrm>
        </p:spPr>
        <p:txBody>
          <a:bodyPr/>
          <a:lstStyle/>
          <a:p>
            <a:r>
              <a:rPr lang="en-US" sz="2000" dirty="0">
                <a:latin typeface="+mj-ea"/>
                <a:ea typeface="+mj-ea"/>
              </a:rPr>
              <a:t>PLASMA MEMBRANE</a:t>
            </a:r>
          </a:p>
        </p:txBody>
      </p:sp>
    </p:spTree>
    <p:extLst>
      <p:ext uri="{BB962C8B-B14F-4D97-AF65-F5344CB8AC3E}">
        <p14:creationId xmlns:p14="http://schemas.microsoft.com/office/powerpoint/2010/main" val="4095339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0" y="2501900"/>
            <a:ext cx="9144000" cy="435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292100" marR="0" lvl="0" indent="-2921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tabLst/>
              <a:defRPr/>
            </a:pPr>
            <a:r>
              <a:rPr lang="en-US" sz="2800" i="1" dirty="0">
                <a:latin typeface="+mj-ea"/>
                <a:ea typeface="+mj-ea"/>
              </a:rPr>
              <a:t>Solutes move from:</a:t>
            </a:r>
          </a:p>
          <a:p>
            <a:pPr marL="292100" marR="0" lvl="0" indent="-2921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tabLst/>
              <a:defRPr/>
            </a:pPr>
            <a:endParaRPr lang="en-US" sz="2800" i="1" dirty="0">
              <a:latin typeface="+mj-ea"/>
              <a:ea typeface="+mj-ea"/>
            </a:endParaRPr>
          </a:p>
          <a:p>
            <a:pPr marL="292100" marR="0" lvl="0" indent="-2921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tabLst/>
              <a:defRPr/>
            </a:pPr>
            <a:r>
              <a:rPr lang="en-US" sz="4400" i="1" dirty="0">
                <a:latin typeface="+mj-ea"/>
                <a:ea typeface="+mj-ea"/>
              </a:rPr>
              <a:t>HIGH concentrations</a:t>
            </a:r>
          </a:p>
          <a:p>
            <a:pPr marL="292100" marR="0" lvl="0" indent="-2921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tabLst/>
              <a:defRPr/>
            </a:pPr>
            <a:r>
              <a:rPr lang="en-US" sz="4400" i="1" dirty="0">
                <a:latin typeface="+mj-ea"/>
                <a:ea typeface="+mj-ea"/>
              </a:rPr>
              <a:t>to</a:t>
            </a:r>
          </a:p>
          <a:p>
            <a:pPr marL="292100" marR="0" lvl="0" indent="-2921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tabLst/>
              <a:defRPr/>
            </a:pPr>
            <a:r>
              <a:rPr lang="en-US" sz="4400" i="1" dirty="0">
                <a:latin typeface="+mj-ea"/>
                <a:ea typeface="+mj-ea"/>
              </a:rPr>
              <a:t>LOW concentrations</a:t>
            </a:r>
          </a:p>
          <a:p>
            <a:pPr marL="292100" marR="0" lvl="0" indent="-2921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tabLst/>
              <a:defRPr/>
            </a:pPr>
            <a:endParaRPr lang="en-US" sz="4400" i="1" dirty="0">
              <a:latin typeface="+mj-ea"/>
              <a:ea typeface="+mj-ea"/>
            </a:endParaRPr>
          </a:p>
          <a:p>
            <a:pPr marL="292100" marR="0" lvl="0" indent="-2921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tabLst/>
              <a:defRPr/>
            </a:pPr>
            <a:endParaRPr lang="en-US" sz="2800" b="1" dirty="0">
              <a:latin typeface="+mj-ea"/>
              <a:ea typeface="+mj-ea"/>
            </a:endParaRPr>
          </a:p>
          <a:p>
            <a:pPr marL="1206500" lvl="2" indent="-292100" eaLnBrk="1" hangingPunct="1">
              <a:spcBef>
                <a:spcPct val="20000"/>
              </a:spcBef>
              <a:buClr>
                <a:schemeClr val="tx2"/>
              </a:buClr>
              <a:buSzPct val="70000"/>
            </a:pPr>
            <a:endParaRPr kumimoji="0" lang="en-US" sz="29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p:sp>
        <p:nvSpPr>
          <p:cNvPr id="3" name="Line 6"/>
          <p:cNvSpPr>
            <a:spLocks noChangeShapeType="1"/>
          </p:cNvSpPr>
          <p:nvPr/>
        </p:nvSpPr>
        <p:spPr bwMode="auto">
          <a:xfrm>
            <a:off x="182563" y="1095375"/>
            <a:ext cx="8775700" cy="0"/>
          </a:xfrm>
          <a:prstGeom prst="line">
            <a:avLst/>
          </a:prstGeom>
          <a:noFill/>
          <a:ln w="76200">
            <a:solidFill>
              <a:srgbClr val="9D0016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latin typeface="+mj-ea"/>
              <a:ea typeface="+mj-ea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187045" y="1368426"/>
            <a:ext cx="8504237" cy="12223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tabLst/>
              <a:defRPr/>
            </a:pPr>
            <a:r>
              <a:rPr lang="en-US" sz="2800" i="1" dirty="0">
                <a:solidFill>
                  <a:srgbClr val="000000"/>
                </a:solidFill>
                <a:latin typeface="+mj-ea"/>
                <a:ea typeface="+mj-ea"/>
              </a:rPr>
              <a:t>How do you know whether a </a:t>
            </a:r>
            <a:r>
              <a:rPr lang="en-US" sz="2800" b="1" i="1" dirty="0">
                <a:solidFill>
                  <a:srgbClr val="000000"/>
                </a:solidFill>
                <a:latin typeface="+mj-ea"/>
                <a:ea typeface="+mj-ea"/>
              </a:rPr>
              <a:t>solute</a:t>
            </a:r>
            <a:r>
              <a:rPr lang="en-US" sz="2800" i="1" dirty="0">
                <a:solidFill>
                  <a:srgbClr val="000000"/>
                </a:solidFill>
                <a:latin typeface="+mj-ea"/>
                <a:ea typeface="+mj-ea"/>
              </a:rPr>
              <a:t> moves OUT of the cell or INTO the cell?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tabLst/>
              <a:defRPr/>
            </a:pPr>
            <a:endParaRPr lang="en-US" sz="2800" i="1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370147AE-D774-4046-8A90-DC065B8FA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>
                <a:latin typeface="Arial" charset="0"/>
              </a:rPr>
              <a:t>THE PLASMA MEMBRANE</a:t>
            </a:r>
            <a:br>
              <a:rPr lang="en-US" sz="4800" dirty="0">
                <a:latin typeface="Arial" charset="0"/>
              </a:rPr>
            </a:b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9555346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9" descr="Diffusion."/>
          <p:cNvPicPr>
            <a:picLocks noChangeAspect="1" noChangeArrowheads="1"/>
          </p:cNvPicPr>
          <p:nvPr/>
        </p:nvPicPr>
        <p:blipFill>
          <a:blip r:embed="rId3"/>
          <a:srcRect t="7049" r="74893" b="29464"/>
          <a:stretch>
            <a:fillRect/>
          </a:stretch>
        </p:blipFill>
        <p:spPr bwMode="auto">
          <a:xfrm>
            <a:off x="1828800" y="2209800"/>
            <a:ext cx="2225639" cy="42712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Line 6"/>
          <p:cNvSpPr>
            <a:spLocks noChangeShapeType="1"/>
          </p:cNvSpPr>
          <p:nvPr/>
        </p:nvSpPr>
        <p:spPr bwMode="auto">
          <a:xfrm>
            <a:off x="182563" y="1095375"/>
            <a:ext cx="8775700" cy="0"/>
          </a:xfrm>
          <a:prstGeom prst="line">
            <a:avLst/>
          </a:prstGeom>
          <a:noFill/>
          <a:ln w="76200">
            <a:solidFill>
              <a:srgbClr val="9D0016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latin typeface="+mj-ea"/>
              <a:ea typeface="+mj-ea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187045" y="1143000"/>
            <a:ext cx="8504237" cy="12223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tabLst/>
              <a:defRPr/>
            </a:pPr>
            <a:r>
              <a:rPr lang="en-US" sz="2800" dirty="0">
                <a:solidFill>
                  <a:srgbClr val="000000"/>
                </a:solidFill>
                <a:latin typeface="+mj-ea"/>
                <a:ea typeface="+mj-ea"/>
              </a:rPr>
              <a:t>Moving down the concentration gradient does NOT require energy!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tabLst/>
              <a:defRPr/>
            </a:pPr>
            <a:endParaRPr lang="en-US" sz="2800" i="1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pic>
        <p:nvPicPr>
          <p:cNvPr id="8" name="Picture 9" descr="Facilitated diffusion."/>
          <p:cNvPicPr>
            <a:picLocks noChangeAspect="1" noChangeArrowheads="1"/>
          </p:cNvPicPr>
          <p:nvPr/>
        </p:nvPicPr>
        <p:blipFill rotWithShape="1">
          <a:blip r:embed="rId3"/>
          <a:srcRect l="24753" t="7049" r="39586" b="29583"/>
          <a:stretch/>
        </p:blipFill>
        <p:spPr bwMode="auto">
          <a:xfrm>
            <a:off x="4175275" y="2209801"/>
            <a:ext cx="3164174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itle 3">
            <a:extLst>
              <a:ext uri="{FF2B5EF4-FFF2-40B4-BE49-F238E27FC236}">
                <a16:creationId xmlns:a16="http://schemas.microsoft.com/office/drawing/2014/main" id="{945377D5-F4AB-1E44-998B-7E7F689A5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>
                <a:latin typeface="Arial" charset="0"/>
              </a:rPr>
              <a:t>THE PLASMA MEMBRANE</a:t>
            </a:r>
            <a:br>
              <a:rPr lang="en-US" sz="4800" dirty="0">
                <a:latin typeface="Arial" charset="0"/>
              </a:rPr>
            </a:b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3579725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0" y="2501900"/>
            <a:ext cx="9144000" cy="435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292100" marR="0" lvl="0" indent="-2921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tabLst/>
              <a:defRPr/>
            </a:pPr>
            <a:r>
              <a:rPr lang="en-US" sz="2800" i="1" dirty="0">
                <a:latin typeface="+mj-ea"/>
                <a:ea typeface="+mj-ea"/>
              </a:rPr>
              <a:t>Water moves from:</a:t>
            </a:r>
          </a:p>
          <a:p>
            <a:pPr marL="292100" marR="0" lvl="0" indent="-2921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tabLst/>
              <a:defRPr/>
            </a:pPr>
            <a:endParaRPr lang="en-US" sz="2800" i="1" dirty="0">
              <a:latin typeface="+mj-ea"/>
              <a:ea typeface="+mj-ea"/>
            </a:endParaRPr>
          </a:p>
          <a:p>
            <a:pPr marL="292100" marR="0" lvl="0" indent="-2921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tabLst/>
              <a:defRPr/>
            </a:pPr>
            <a:r>
              <a:rPr lang="en-US" sz="4400" i="1" dirty="0">
                <a:latin typeface="+mj-ea"/>
                <a:ea typeface="+mj-ea"/>
              </a:rPr>
              <a:t>LOW </a:t>
            </a:r>
            <a:r>
              <a:rPr lang="en-US" sz="4400" i="1" u="sng" dirty="0">
                <a:latin typeface="+mj-ea"/>
                <a:ea typeface="+mj-ea"/>
              </a:rPr>
              <a:t>solute</a:t>
            </a:r>
            <a:r>
              <a:rPr lang="en-US" sz="4400" i="1" dirty="0">
                <a:latin typeface="+mj-ea"/>
                <a:ea typeface="+mj-ea"/>
              </a:rPr>
              <a:t> concentrations</a:t>
            </a:r>
          </a:p>
          <a:p>
            <a:pPr marL="292100" marR="0" lvl="0" indent="-2921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tabLst/>
              <a:defRPr/>
            </a:pPr>
            <a:r>
              <a:rPr lang="en-US" sz="4400" i="1" dirty="0">
                <a:latin typeface="+mj-ea"/>
                <a:ea typeface="+mj-ea"/>
              </a:rPr>
              <a:t>to</a:t>
            </a:r>
          </a:p>
          <a:p>
            <a:pPr marL="292100" marR="0" lvl="0" indent="-2921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tabLst/>
              <a:defRPr/>
            </a:pPr>
            <a:r>
              <a:rPr lang="en-US" sz="4400" i="1" dirty="0">
                <a:latin typeface="+mj-ea"/>
                <a:ea typeface="+mj-ea"/>
              </a:rPr>
              <a:t>HIGH </a:t>
            </a:r>
            <a:r>
              <a:rPr lang="en-US" sz="4400" i="1" u="sng" dirty="0">
                <a:latin typeface="+mj-ea"/>
                <a:ea typeface="+mj-ea"/>
              </a:rPr>
              <a:t>solute</a:t>
            </a:r>
            <a:r>
              <a:rPr lang="en-US" sz="4400" i="1" dirty="0">
                <a:latin typeface="+mj-ea"/>
                <a:ea typeface="+mj-ea"/>
              </a:rPr>
              <a:t> concentrations</a:t>
            </a:r>
          </a:p>
          <a:p>
            <a:pPr marL="292100" marR="0" lvl="0" indent="-2921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tabLst/>
              <a:defRPr/>
            </a:pPr>
            <a:endParaRPr lang="en-US" sz="4400" i="1" dirty="0">
              <a:latin typeface="+mj-ea"/>
              <a:ea typeface="+mj-ea"/>
            </a:endParaRPr>
          </a:p>
          <a:p>
            <a:pPr marL="292100" marR="0" lvl="0" indent="-2921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tabLst/>
              <a:defRPr/>
            </a:pPr>
            <a:endParaRPr lang="en-US" sz="2800" b="1" dirty="0">
              <a:latin typeface="+mj-ea"/>
              <a:ea typeface="+mj-ea"/>
            </a:endParaRPr>
          </a:p>
          <a:p>
            <a:pPr marL="1206500" lvl="2" indent="-292100" eaLnBrk="1" hangingPunct="1">
              <a:spcBef>
                <a:spcPct val="20000"/>
              </a:spcBef>
              <a:buClr>
                <a:schemeClr val="tx2"/>
              </a:buClr>
              <a:buSzPct val="70000"/>
            </a:pPr>
            <a:endParaRPr kumimoji="0" lang="en-US" sz="29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p:sp>
        <p:nvSpPr>
          <p:cNvPr id="3" name="Line 6"/>
          <p:cNvSpPr>
            <a:spLocks noChangeShapeType="1"/>
          </p:cNvSpPr>
          <p:nvPr/>
        </p:nvSpPr>
        <p:spPr bwMode="auto">
          <a:xfrm>
            <a:off x="182563" y="1095375"/>
            <a:ext cx="8775700" cy="0"/>
          </a:xfrm>
          <a:prstGeom prst="line">
            <a:avLst/>
          </a:prstGeom>
          <a:noFill/>
          <a:ln w="76200">
            <a:solidFill>
              <a:srgbClr val="9D0016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latin typeface="+mj-ea"/>
              <a:ea typeface="+mj-ea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187045" y="1368426"/>
            <a:ext cx="8504237" cy="12223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tabLst/>
              <a:defRPr/>
            </a:pPr>
            <a:r>
              <a:rPr lang="en-US" sz="2800" i="1" dirty="0">
                <a:solidFill>
                  <a:srgbClr val="000000"/>
                </a:solidFill>
                <a:latin typeface="+mj-ea"/>
                <a:ea typeface="+mj-ea"/>
              </a:rPr>
              <a:t>How do you know whether </a:t>
            </a:r>
            <a:r>
              <a:rPr lang="en-US" sz="2800" b="1" i="1" dirty="0">
                <a:solidFill>
                  <a:srgbClr val="000000"/>
                </a:solidFill>
                <a:latin typeface="+mj-ea"/>
                <a:ea typeface="+mj-ea"/>
              </a:rPr>
              <a:t>water</a:t>
            </a:r>
            <a:r>
              <a:rPr lang="en-US" sz="2800" i="1" dirty="0">
                <a:solidFill>
                  <a:srgbClr val="000000"/>
                </a:solidFill>
                <a:latin typeface="+mj-ea"/>
                <a:ea typeface="+mj-ea"/>
              </a:rPr>
              <a:t> moves OUT of the cell or INTO the cell?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tabLst/>
              <a:defRPr/>
            </a:pPr>
            <a:endParaRPr lang="en-US" sz="2800" i="1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FC12C5A1-9769-0740-90C2-E208AC751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>
                <a:latin typeface="Arial" charset="0"/>
              </a:rPr>
              <a:t>THE PLASMA MEMBRANE</a:t>
            </a:r>
            <a:br>
              <a:rPr lang="en-US" sz="4800" dirty="0">
                <a:latin typeface="Arial" charset="0"/>
              </a:rPr>
            </a:b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252848256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41" name="Picture 111" descr="Osmosis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78" t="53056" r="26364" b="11111"/>
          <a:stretch>
            <a:fillRect/>
          </a:stretch>
        </p:blipFill>
        <p:spPr bwMode="auto">
          <a:xfrm rot="5400000">
            <a:off x="2206626" y="1905000"/>
            <a:ext cx="4529137" cy="431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42" name="Line 6"/>
          <p:cNvSpPr>
            <a:spLocks noChangeShapeType="1"/>
          </p:cNvSpPr>
          <p:nvPr/>
        </p:nvSpPr>
        <p:spPr bwMode="auto">
          <a:xfrm>
            <a:off x="182563" y="1095375"/>
            <a:ext cx="8775700" cy="0"/>
          </a:xfrm>
          <a:prstGeom prst="line">
            <a:avLst/>
          </a:prstGeom>
          <a:noFill/>
          <a:ln w="76200">
            <a:solidFill>
              <a:srgbClr val="9D0016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latin typeface="+mj-ea"/>
              <a:ea typeface="+mj-ea"/>
            </a:endParaRP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2312194" y="1239044"/>
            <a:ext cx="2841626" cy="12223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tabLst/>
              <a:defRPr/>
            </a:pPr>
            <a:r>
              <a:rPr lang="en-US" i="1" dirty="0">
                <a:solidFill>
                  <a:srgbClr val="000000"/>
                </a:solidFill>
                <a:latin typeface="+mj-ea"/>
                <a:ea typeface="+mj-ea"/>
              </a:rPr>
              <a:t>HIGH </a:t>
            </a:r>
            <a:r>
              <a:rPr lang="en-US" b="1" i="1" dirty="0">
                <a:solidFill>
                  <a:srgbClr val="000000"/>
                </a:solidFill>
                <a:latin typeface="+mj-ea"/>
                <a:ea typeface="+mj-ea"/>
              </a:rPr>
              <a:t>free</a:t>
            </a:r>
            <a:r>
              <a:rPr lang="en-US" i="1" dirty="0">
                <a:solidFill>
                  <a:srgbClr val="000000"/>
                </a:solidFill>
                <a:latin typeface="+mj-ea"/>
                <a:ea typeface="+mj-ea"/>
              </a:rPr>
              <a:t> water concentration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tabLst/>
              <a:defRPr/>
            </a:pPr>
            <a:endParaRPr lang="en-US" i="1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2312194" y="6117431"/>
            <a:ext cx="2765426" cy="12223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R="0" lvl="0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tabLst/>
              <a:defRPr/>
            </a:pPr>
            <a:r>
              <a:rPr lang="en-US" i="1" dirty="0">
                <a:solidFill>
                  <a:srgbClr val="000000"/>
                </a:solidFill>
                <a:latin typeface="+mj-ea"/>
                <a:ea typeface="+mj-ea"/>
              </a:rPr>
              <a:t>LOW </a:t>
            </a:r>
            <a:r>
              <a:rPr lang="en-US" b="1" i="1" dirty="0">
                <a:solidFill>
                  <a:srgbClr val="000000"/>
                </a:solidFill>
                <a:latin typeface="+mj-ea"/>
                <a:ea typeface="+mj-ea"/>
              </a:rPr>
              <a:t>free</a:t>
            </a:r>
            <a:r>
              <a:rPr lang="en-US" i="1" dirty="0">
                <a:solidFill>
                  <a:srgbClr val="000000"/>
                </a:solidFill>
                <a:latin typeface="+mj-ea"/>
                <a:ea typeface="+mj-ea"/>
              </a:rPr>
              <a:t> water concentration</a:t>
            </a:r>
          </a:p>
          <a:p>
            <a:pPr marL="457200" marR="0" lvl="0" indent="-457200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tabLst/>
              <a:defRPr/>
            </a:pPr>
            <a:endParaRPr lang="en-US" i="1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11" name="Rectangle 2"/>
          <p:cNvSpPr txBox="1">
            <a:spLocks noChangeArrowheads="1"/>
          </p:cNvSpPr>
          <p:nvPr/>
        </p:nvSpPr>
        <p:spPr bwMode="auto">
          <a:xfrm>
            <a:off x="4115595" y="1217613"/>
            <a:ext cx="2514600" cy="12223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R="0" lvl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tabLst/>
              <a:defRPr/>
            </a:pPr>
            <a:r>
              <a:rPr lang="en-US" i="1" dirty="0">
                <a:solidFill>
                  <a:srgbClr val="000000"/>
                </a:solidFill>
                <a:latin typeface="+mj-ea"/>
                <a:ea typeface="+mj-ea"/>
              </a:rPr>
              <a:t>LOW </a:t>
            </a:r>
            <a:r>
              <a:rPr lang="en-US" b="1" i="1" dirty="0">
                <a:solidFill>
                  <a:srgbClr val="000000"/>
                </a:solidFill>
                <a:latin typeface="+mj-ea"/>
                <a:ea typeface="+mj-ea"/>
              </a:rPr>
              <a:t>sugar</a:t>
            </a:r>
            <a:r>
              <a:rPr lang="en-US" i="1" dirty="0">
                <a:solidFill>
                  <a:srgbClr val="000000"/>
                </a:solidFill>
                <a:latin typeface="+mj-ea"/>
                <a:ea typeface="+mj-ea"/>
              </a:rPr>
              <a:t> concentration</a:t>
            </a: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4366421" y="6121400"/>
            <a:ext cx="2263774" cy="12223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R="0" lvl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tabLst/>
              <a:defRPr/>
            </a:pPr>
            <a:r>
              <a:rPr lang="en-US" i="1" dirty="0">
                <a:solidFill>
                  <a:srgbClr val="000000"/>
                </a:solidFill>
                <a:latin typeface="+mj-ea"/>
                <a:ea typeface="+mj-ea"/>
              </a:rPr>
              <a:t>HIGH </a:t>
            </a:r>
            <a:r>
              <a:rPr lang="en-US" b="1" i="1" dirty="0">
                <a:solidFill>
                  <a:srgbClr val="000000"/>
                </a:solidFill>
                <a:latin typeface="+mj-ea"/>
                <a:ea typeface="+mj-ea"/>
              </a:rPr>
              <a:t>sugar</a:t>
            </a:r>
            <a:r>
              <a:rPr lang="en-US" i="1" dirty="0">
                <a:solidFill>
                  <a:srgbClr val="000000"/>
                </a:solidFill>
                <a:latin typeface="+mj-ea"/>
                <a:ea typeface="+mj-ea"/>
              </a:rPr>
              <a:t> concentration</a:t>
            </a:r>
          </a:p>
        </p:txBody>
      </p:sp>
      <p:cxnSp>
        <p:nvCxnSpPr>
          <p:cNvPr id="3" name="Straight Arrow Connector 2"/>
          <p:cNvCxnSpPr/>
          <p:nvPr/>
        </p:nvCxnSpPr>
        <p:spPr bwMode="auto">
          <a:xfrm>
            <a:off x="7159626" y="1981200"/>
            <a:ext cx="0" cy="4419600"/>
          </a:xfrm>
          <a:prstGeom prst="straightConnector1">
            <a:avLst/>
          </a:prstGeom>
          <a:solidFill>
            <a:schemeClr val="accent1"/>
          </a:solidFill>
          <a:ln w="1270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6" name="Rectangle 2"/>
          <p:cNvSpPr txBox="1">
            <a:spLocks noChangeArrowheads="1"/>
          </p:cNvSpPr>
          <p:nvPr/>
        </p:nvSpPr>
        <p:spPr bwMode="auto">
          <a:xfrm rot="5400000">
            <a:off x="4951413" y="3351213"/>
            <a:ext cx="4267200" cy="12223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R="0" lvl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tabLst/>
              <a:defRPr/>
            </a:pPr>
            <a:r>
              <a:rPr lang="en-US" sz="2400" b="1" dirty="0">
                <a:solidFill>
                  <a:srgbClr val="000000"/>
                </a:solidFill>
                <a:latin typeface="+mj-ea"/>
                <a:ea typeface="+mj-ea"/>
              </a:rPr>
              <a:t>MOVEMENT OF WATER</a:t>
            </a:r>
          </a:p>
        </p:txBody>
      </p:sp>
      <p:sp>
        <p:nvSpPr>
          <p:cNvPr id="14" name="Title 3">
            <a:extLst>
              <a:ext uri="{FF2B5EF4-FFF2-40B4-BE49-F238E27FC236}">
                <a16:creationId xmlns:a16="http://schemas.microsoft.com/office/drawing/2014/main" id="{178F352A-6DFF-3546-A3EB-5C8682FF5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>
                <a:latin typeface="Arial" charset="0"/>
              </a:rPr>
              <a:t>THE PLASMA MEMBRANE</a:t>
            </a:r>
            <a:br>
              <a:rPr lang="en-US" sz="4800" dirty="0">
                <a:latin typeface="Arial" charset="0"/>
              </a:rPr>
            </a:b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82094442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6"/>
          <p:cNvSpPr>
            <a:spLocks noChangeShapeType="1"/>
          </p:cNvSpPr>
          <p:nvPr/>
        </p:nvSpPr>
        <p:spPr bwMode="auto">
          <a:xfrm>
            <a:off x="182563" y="1095375"/>
            <a:ext cx="8775700" cy="0"/>
          </a:xfrm>
          <a:prstGeom prst="line">
            <a:avLst/>
          </a:prstGeom>
          <a:noFill/>
          <a:ln w="76200">
            <a:solidFill>
              <a:srgbClr val="9D0016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latin typeface="+mj-ea"/>
              <a:ea typeface="+mj-ea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187045" y="1143000"/>
            <a:ext cx="8504237" cy="12223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tabLst/>
              <a:defRPr/>
            </a:pPr>
            <a:r>
              <a:rPr lang="en-US" sz="2800" dirty="0">
                <a:solidFill>
                  <a:srgbClr val="000000"/>
                </a:solidFill>
                <a:latin typeface="+mj-ea"/>
                <a:ea typeface="+mj-ea"/>
              </a:rPr>
              <a:t>Active Transport: Moving AGAINST the concentration gradient DOES require energy!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tabLst/>
              <a:defRPr/>
            </a:pPr>
            <a:endParaRPr lang="en-US" sz="2800" i="1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pic>
        <p:nvPicPr>
          <p:cNvPr id="10" name="Picture 9" descr="Active transport requires energy to move molecules against their concentration gradients."/>
          <p:cNvPicPr>
            <a:picLocks noChangeAspect="1" noChangeArrowheads="1"/>
          </p:cNvPicPr>
          <p:nvPr/>
        </p:nvPicPr>
        <p:blipFill rotWithShape="1">
          <a:blip r:embed="rId3"/>
          <a:srcRect l="64000" t="6336" b="2667"/>
          <a:stretch/>
        </p:blipFill>
        <p:spPr bwMode="auto">
          <a:xfrm>
            <a:off x="3429000" y="2243925"/>
            <a:ext cx="2285999" cy="4385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itle 3">
            <a:extLst>
              <a:ext uri="{FF2B5EF4-FFF2-40B4-BE49-F238E27FC236}">
                <a16:creationId xmlns:a16="http://schemas.microsoft.com/office/drawing/2014/main" id="{36F0D184-972D-B249-8230-61AD4B95C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>
                <a:latin typeface="Arial" charset="0"/>
              </a:rPr>
              <a:t>THE PLASMA MEMBRANE</a:t>
            </a:r>
            <a:br>
              <a:rPr lang="en-US" sz="4800" dirty="0">
                <a:latin typeface="Arial" charset="0"/>
              </a:rPr>
            </a:b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234287620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0" y="1358900"/>
            <a:ext cx="9144000" cy="435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292100" marR="0" lvl="0" indent="-2921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tabLst/>
              <a:defRPr/>
            </a:pPr>
            <a:r>
              <a:rPr lang="en-US" sz="2800" i="1" dirty="0"/>
              <a:t>Active Transport moves molecules from:</a:t>
            </a:r>
          </a:p>
          <a:p>
            <a:pPr marL="292100" marR="0" lvl="0" indent="-2921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tabLst/>
              <a:defRPr/>
            </a:pPr>
            <a:endParaRPr lang="en-US" sz="2800" i="1" dirty="0"/>
          </a:p>
          <a:p>
            <a:pPr marL="292100" marR="0" lvl="0" indent="-2921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tabLst/>
              <a:defRPr/>
            </a:pPr>
            <a:r>
              <a:rPr lang="en-US" sz="4400" i="1" dirty="0"/>
              <a:t>LOW concentrations</a:t>
            </a:r>
          </a:p>
          <a:p>
            <a:pPr marL="292100" marR="0" lvl="0" indent="-2921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tabLst/>
              <a:defRPr/>
            </a:pPr>
            <a:r>
              <a:rPr lang="en-US" sz="4400" i="1" dirty="0"/>
              <a:t>to</a:t>
            </a:r>
          </a:p>
          <a:p>
            <a:pPr marL="292100" marR="0" lvl="0" indent="-2921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tabLst/>
              <a:defRPr/>
            </a:pPr>
            <a:r>
              <a:rPr lang="en-US" sz="4400" i="1" dirty="0"/>
              <a:t>HIGH concentrations</a:t>
            </a:r>
          </a:p>
          <a:p>
            <a:pPr marL="292100" marR="0" lvl="0" indent="-2921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tabLst/>
              <a:defRPr/>
            </a:pPr>
            <a:endParaRPr lang="en-US" sz="4400" i="1" dirty="0"/>
          </a:p>
          <a:p>
            <a:pPr marL="292100" marR="0" lvl="0" indent="-2921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tabLst/>
              <a:defRPr/>
            </a:pPr>
            <a:endParaRPr lang="en-US" sz="2800" b="1" dirty="0"/>
          </a:p>
          <a:p>
            <a:pPr marL="1206500" lvl="2" indent="-292100" eaLnBrk="1" hangingPunct="1">
              <a:spcBef>
                <a:spcPct val="20000"/>
              </a:spcBef>
              <a:buClr>
                <a:schemeClr val="tx2"/>
              </a:buClr>
              <a:buSzPct val="70000"/>
            </a:pPr>
            <a:endParaRPr kumimoji="0" lang="en-US" sz="29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Line 6"/>
          <p:cNvSpPr>
            <a:spLocks noChangeShapeType="1"/>
          </p:cNvSpPr>
          <p:nvPr/>
        </p:nvSpPr>
        <p:spPr bwMode="auto">
          <a:xfrm>
            <a:off x="182563" y="1095375"/>
            <a:ext cx="8775700" cy="0"/>
          </a:xfrm>
          <a:prstGeom prst="line">
            <a:avLst/>
          </a:prstGeom>
          <a:noFill/>
          <a:ln w="76200">
            <a:solidFill>
              <a:srgbClr val="9D0016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F4D5CC89-073F-5C43-A4F9-2B0EC44F2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>
                <a:latin typeface="Arial" charset="0"/>
              </a:rPr>
              <a:t>THE PLASMA MEMBRANE</a:t>
            </a:r>
            <a:br>
              <a:rPr lang="en-US" sz="4800" dirty="0">
                <a:latin typeface="Arial" charset="0"/>
              </a:rPr>
            </a:b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205803438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tomach cells use active transport to create hydrochloric acid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142999"/>
            <a:ext cx="8610599" cy="5743269"/>
          </a:xfrm>
          <a:prstGeom prst="rect">
            <a:avLst/>
          </a:prstGeom>
        </p:spPr>
      </p:pic>
      <p:sp>
        <p:nvSpPr>
          <p:cNvPr id="3" name="Line 6"/>
          <p:cNvSpPr>
            <a:spLocks noChangeShapeType="1"/>
          </p:cNvSpPr>
          <p:nvPr/>
        </p:nvSpPr>
        <p:spPr bwMode="auto">
          <a:xfrm>
            <a:off x="182563" y="1095375"/>
            <a:ext cx="8775700" cy="0"/>
          </a:xfrm>
          <a:prstGeom prst="line">
            <a:avLst/>
          </a:prstGeom>
          <a:noFill/>
          <a:ln w="76200">
            <a:solidFill>
              <a:srgbClr val="9D0016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5368645" y="4648200"/>
            <a:ext cx="57495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R="0" lvl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tabLst/>
              <a:defRPr/>
            </a:pPr>
            <a:r>
              <a:rPr lang="en-US" b="1" dirty="0">
                <a:solidFill>
                  <a:srgbClr val="000000"/>
                </a:solidFill>
                <a:latin typeface="+mj-lt"/>
              </a:rPr>
              <a:t>H</a:t>
            </a:r>
            <a:r>
              <a:rPr lang="en-US" b="1" baseline="30000" dirty="0">
                <a:solidFill>
                  <a:srgbClr val="000000"/>
                </a:solidFill>
                <a:latin typeface="+mj-lt"/>
              </a:rPr>
              <a:t>+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5105400" y="4876800"/>
            <a:ext cx="57495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R="0" lvl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tabLst/>
              <a:defRPr/>
            </a:pPr>
            <a:r>
              <a:rPr lang="en-US" b="1" dirty="0">
                <a:solidFill>
                  <a:srgbClr val="000000"/>
                </a:solidFill>
                <a:latin typeface="+mj-lt"/>
              </a:rPr>
              <a:t>H</a:t>
            </a:r>
            <a:r>
              <a:rPr lang="en-US" b="1" baseline="30000" dirty="0">
                <a:solidFill>
                  <a:srgbClr val="000000"/>
                </a:solidFill>
                <a:latin typeface="+mj-lt"/>
              </a:rPr>
              <a:t>+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5105400" y="5181600"/>
            <a:ext cx="57495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R="0" lvl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tabLst/>
              <a:defRPr/>
            </a:pPr>
            <a:r>
              <a:rPr lang="en-US" b="1" dirty="0">
                <a:solidFill>
                  <a:srgbClr val="000000"/>
                </a:solidFill>
                <a:latin typeface="+mj-lt"/>
              </a:rPr>
              <a:t>H</a:t>
            </a:r>
            <a:r>
              <a:rPr lang="en-US" b="1" baseline="30000" dirty="0">
                <a:solidFill>
                  <a:srgbClr val="000000"/>
                </a:solidFill>
                <a:latin typeface="+mj-lt"/>
              </a:rPr>
              <a:t>+</a:t>
            </a:r>
          </a:p>
        </p:txBody>
      </p:sp>
      <p:cxnSp>
        <p:nvCxnSpPr>
          <p:cNvPr id="9" name="Straight Arrow Connector 8"/>
          <p:cNvCxnSpPr/>
          <p:nvPr/>
        </p:nvCxnSpPr>
        <p:spPr bwMode="auto">
          <a:xfrm flipH="1">
            <a:off x="5791200" y="4800600"/>
            <a:ext cx="304800" cy="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" name="Straight Arrow Connector 9"/>
          <p:cNvCxnSpPr/>
          <p:nvPr/>
        </p:nvCxnSpPr>
        <p:spPr bwMode="auto">
          <a:xfrm flipH="1">
            <a:off x="5562600" y="5029200"/>
            <a:ext cx="457200" cy="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2" name="Straight Arrow Connector 11"/>
          <p:cNvCxnSpPr/>
          <p:nvPr/>
        </p:nvCxnSpPr>
        <p:spPr bwMode="auto">
          <a:xfrm flipH="1">
            <a:off x="5486400" y="5410200"/>
            <a:ext cx="457200" cy="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4" name="Title 3">
            <a:extLst>
              <a:ext uri="{FF2B5EF4-FFF2-40B4-BE49-F238E27FC236}">
                <a16:creationId xmlns:a16="http://schemas.microsoft.com/office/drawing/2014/main" id="{C15C04B9-888A-B647-BA85-5D0B983D5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>
                <a:latin typeface="Arial" charset="0"/>
              </a:rPr>
              <a:t>THE PLASMA MEMBRANE</a:t>
            </a:r>
            <a:br>
              <a:rPr lang="en-US" sz="4800" dirty="0">
                <a:latin typeface="Arial" charset="0"/>
              </a:rPr>
            </a:b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274480698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EBD52F83-AB5C-6F45-BF81-CD7A7BD2B526}"/>
              </a:ext>
            </a:extLst>
          </p:cNvPr>
          <p:cNvSpPr/>
          <p:nvPr/>
        </p:nvSpPr>
        <p:spPr bwMode="auto">
          <a:xfrm>
            <a:off x="1499899" y="1524763"/>
            <a:ext cx="261257" cy="261257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173A811-F28A-424B-BB37-C7F03EE1BE9C}"/>
              </a:ext>
            </a:extLst>
          </p:cNvPr>
          <p:cNvSpPr/>
          <p:nvPr/>
        </p:nvSpPr>
        <p:spPr bwMode="auto">
          <a:xfrm>
            <a:off x="1761156" y="1786020"/>
            <a:ext cx="261257" cy="261257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422BFB9-D06E-A74B-9924-2D7369AA1189}"/>
              </a:ext>
            </a:extLst>
          </p:cNvPr>
          <p:cNvSpPr/>
          <p:nvPr/>
        </p:nvSpPr>
        <p:spPr bwMode="auto">
          <a:xfrm>
            <a:off x="1966428" y="1394134"/>
            <a:ext cx="261257" cy="261257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E7C87C5-A2C3-8E4A-A762-4AFA48C1F4DA}"/>
              </a:ext>
            </a:extLst>
          </p:cNvPr>
          <p:cNvSpPr/>
          <p:nvPr/>
        </p:nvSpPr>
        <p:spPr bwMode="auto">
          <a:xfrm>
            <a:off x="1369269" y="2047277"/>
            <a:ext cx="261257" cy="261257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2CD7B83-1ABC-D046-A8B4-8DFF9336AAA9}"/>
              </a:ext>
            </a:extLst>
          </p:cNvPr>
          <p:cNvSpPr/>
          <p:nvPr/>
        </p:nvSpPr>
        <p:spPr bwMode="auto">
          <a:xfrm>
            <a:off x="1891784" y="2159244"/>
            <a:ext cx="261257" cy="261257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0691514-599A-A448-9E31-62684410742B}"/>
              </a:ext>
            </a:extLst>
          </p:cNvPr>
          <p:cNvSpPr/>
          <p:nvPr/>
        </p:nvSpPr>
        <p:spPr bwMode="auto">
          <a:xfrm>
            <a:off x="2153041" y="1767358"/>
            <a:ext cx="261257" cy="261257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5108255-4A35-F144-8D66-F4CAF391B756}"/>
              </a:ext>
            </a:extLst>
          </p:cNvPr>
          <p:cNvSpPr/>
          <p:nvPr/>
        </p:nvSpPr>
        <p:spPr bwMode="auto">
          <a:xfrm>
            <a:off x="4185559" y="5484051"/>
            <a:ext cx="261257" cy="261257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F2DEDF2-35AE-C442-B70B-2390A95D6CA7}"/>
              </a:ext>
            </a:extLst>
          </p:cNvPr>
          <p:cNvSpPr/>
          <p:nvPr/>
        </p:nvSpPr>
        <p:spPr bwMode="auto">
          <a:xfrm>
            <a:off x="4652088" y="5353422"/>
            <a:ext cx="261257" cy="261257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158F882-95FC-2344-A0E1-DFAB66704E27}"/>
              </a:ext>
            </a:extLst>
          </p:cNvPr>
          <p:cNvSpPr/>
          <p:nvPr/>
        </p:nvSpPr>
        <p:spPr bwMode="auto">
          <a:xfrm>
            <a:off x="4464987" y="5726645"/>
            <a:ext cx="261257" cy="261257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E8C1A1AC-B3B6-524E-978F-3AC514D5DB02}"/>
              </a:ext>
            </a:extLst>
          </p:cNvPr>
          <p:cNvSpPr/>
          <p:nvPr/>
        </p:nvSpPr>
        <p:spPr bwMode="auto">
          <a:xfrm>
            <a:off x="1387932" y="5353423"/>
            <a:ext cx="261257" cy="261257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D0341DF-4BD1-764F-8957-F670221EA44B}"/>
              </a:ext>
            </a:extLst>
          </p:cNvPr>
          <p:cNvSpPr/>
          <p:nvPr/>
        </p:nvSpPr>
        <p:spPr bwMode="auto">
          <a:xfrm>
            <a:off x="1649189" y="5614680"/>
            <a:ext cx="261257" cy="261257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3B1D38FA-FA11-DF46-A2A7-758F450CD0A5}"/>
              </a:ext>
            </a:extLst>
          </p:cNvPr>
          <p:cNvSpPr/>
          <p:nvPr/>
        </p:nvSpPr>
        <p:spPr bwMode="auto">
          <a:xfrm>
            <a:off x="1518561" y="2476484"/>
            <a:ext cx="261257" cy="261257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E59CFDF9-AE34-6D4E-80DB-31CAC3A440B3}"/>
              </a:ext>
            </a:extLst>
          </p:cNvPr>
          <p:cNvSpPr/>
          <p:nvPr/>
        </p:nvSpPr>
        <p:spPr bwMode="auto">
          <a:xfrm>
            <a:off x="1733164" y="1154649"/>
            <a:ext cx="261257" cy="261257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D73C7D52-7455-EF4F-8CE0-76B8D5564EAF}"/>
              </a:ext>
            </a:extLst>
          </p:cNvPr>
          <p:cNvSpPr/>
          <p:nvPr/>
        </p:nvSpPr>
        <p:spPr bwMode="auto">
          <a:xfrm>
            <a:off x="1779817" y="5987904"/>
            <a:ext cx="261257" cy="261257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DD828882-462A-4C4F-84B9-13B84FF3E290}"/>
              </a:ext>
            </a:extLst>
          </p:cNvPr>
          <p:cNvSpPr/>
          <p:nvPr/>
        </p:nvSpPr>
        <p:spPr bwMode="auto">
          <a:xfrm>
            <a:off x="2041074" y="5596018"/>
            <a:ext cx="261257" cy="261257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40A63E29-CD62-7C49-AF64-80161234DAC8}"/>
              </a:ext>
            </a:extLst>
          </p:cNvPr>
          <p:cNvSpPr/>
          <p:nvPr/>
        </p:nvSpPr>
        <p:spPr bwMode="auto">
          <a:xfrm>
            <a:off x="2383196" y="1412796"/>
            <a:ext cx="261257" cy="261257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9648B29F-9B8F-C447-A709-DCA8B231E771}"/>
              </a:ext>
            </a:extLst>
          </p:cNvPr>
          <p:cNvSpPr/>
          <p:nvPr/>
        </p:nvSpPr>
        <p:spPr bwMode="auto">
          <a:xfrm>
            <a:off x="2252567" y="2106373"/>
            <a:ext cx="261257" cy="261257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4E6BA705-FA2F-6E44-8239-40ABE4AC2C29}"/>
              </a:ext>
            </a:extLst>
          </p:cNvPr>
          <p:cNvSpPr/>
          <p:nvPr/>
        </p:nvSpPr>
        <p:spPr bwMode="auto">
          <a:xfrm>
            <a:off x="6241410" y="1485884"/>
            <a:ext cx="261257" cy="261257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D67787CF-518E-A946-965E-7995B7015A8C}"/>
              </a:ext>
            </a:extLst>
          </p:cNvPr>
          <p:cNvSpPr/>
          <p:nvPr/>
        </p:nvSpPr>
        <p:spPr bwMode="auto">
          <a:xfrm>
            <a:off x="6502667" y="1747141"/>
            <a:ext cx="261257" cy="261257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773E0788-8B1B-584D-BF5F-68DAC60F313A}"/>
              </a:ext>
            </a:extLst>
          </p:cNvPr>
          <p:cNvSpPr/>
          <p:nvPr/>
        </p:nvSpPr>
        <p:spPr bwMode="auto">
          <a:xfrm>
            <a:off x="6707939" y="1355255"/>
            <a:ext cx="261257" cy="261257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936553EB-BC78-2247-A861-D1FB18017B3C}"/>
              </a:ext>
            </a:extLst>
          </p:cNvPr>
          <p:cNvSpPr/>
          <p:nvPr/>
        </p:nvSpPr>
        <p:spPr bwMode="auto">
          <a:xfrm>
            <a:off x="6110780" y="2008398"/>
            <a:ext cx="261257" cy="261257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9E846321-BAD7-2A47-BE48-ECEC4F425C5C}"/>
              </a:ext>
            </a:extLst>
          </p:cNvPr>
          <p:cNvSpPr/>
          <p:nvPr/>
        </p:nvSpPr>
        <p:spPr bwMode="auto">
          <a:xfrm>
            <a:off x="6633295" y="2120365"/>
            <a:ext cx="261257" cy="261257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ECC4CD03-350C-0143-8631-113DE10D8F14}"/>
              </a:ext>
            </a:extLst>
          </p:cNvPr>
          <p:cNvSpPr/>
          <p:nvPr/>
        </p:nvSpPr>
        <p:spPr bwMode="auto">
          <a:xfrm>
            <a:off x="6894552" y="1728479"/>
            <a:ext cx="261257" cy="261257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FCDFD05C-7C58-2744-BEF4-41E97060B3F8}"/>
              </a:ext>
            </a:extLst>
          </p:cNvPr>
          <p:cNvSpPr/>
          <p:nvPr/>
        </p:nvSpPr>
        <p:spPr bwMode="auto">
          <a:xfrm>
            <a:off x="6260072" y="2437605"/>
            <a:ext cx="261257" cy="261257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F2603536-C136-EC44-8CA8-4B67770C52B6}"/>
              </a:ext>
            </a:extLst>
          </p:cNvPr>
          <p:cNvSpPr/>
          <p:nvPr/>
        </p:nvSpPr>
        <p:spPr bwMode="auto">
          <a:xfrm>
            <a:off x="6474675" y="1115770"/>
            <a:ext cx="261257" cy="261257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22886774-0DEB-4A48-9511-477726E9D52F}"/>
              </a:ext>
            </a:extLst>
          </p:cNvPr>
          <p:cNvSpPr/>
          <p:nvPr/>
        </p:nvSpPr>
        <p:spPr bwMode="auto">
          <a:xfrm>
            <a:off x="7124707" y="1373917"/>
            <a:ext cx="261257" cy="261257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79F4A2C2-AB6B-9A4B-8FB2-85727A393CB1}"/>
              </a:ext>
            </a:extLst>
          </p:cNvPr>
          <p:cNvSpPr/>
          <p:nvPr/>
        </p:nvSpPr>
        <p:spPr bwMode="auto">
          <a:xfrm>
            <a:off x="6994078" y="2067494"/>
            <a:ext cx="261257" cy="261257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5C76B3DC-594F-5F46-B3A0-E9E93AAFFE93}"/>
              </a:ext>
            </a:extLst>
          </p:cNvPr>
          <p:cNvCxnSpPr/>
          <p:nvPr/>
        </p:nvCxnSpPr>
        <p:spPr bwMode="auto">
          <a:xfrm>
            <a:off x="0" y="3377682"/>
            <a:ext cx="9144000" cy="0"/>
          </a:xfrm>
          <a:prstGeom prst="line">
            <a:avLst/>
          </a:prstGeom>
          <a:solidFill>
            <a:schemeClr val="accent1"/>
          </a:solidFill>
          <a:ln w="63500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sp>
        <p:nvSpPr>
          <p:cNvPr id="63" name="Oval 62">
            <a:extLst>
              <a:ext uri="{FF2B5EF4-FFF2-40B4-BE49-F238E27FC236}">
                <a16:creationId xmlns:a16="http://schemas.microsoft.com/office/drawing/2014/main" id="{8C208FCE-5CF8-9949-93B3-F5C728CF5A55}"/>
              </a:ext>
            </a:extLst>
          </p:cNvPr>
          <p:cNvSpPr/>
          <p:nvPr/>
        </p:nvSpPr>
        <p:spPr bwMode="auto">
          <a:xfrm>
            <a:off x="6358031" y="2700417"/>
            <a:ext cx="808654" cy="1399592"/>
          </a:xfrm>
          <a:prstGeom prst="ellipse">
            <a:avLst/>
          </a:prstGeom>
          <a:solidFill>
            <a:srgbClr val="00B0F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A380687C-ACF6-9042-AE81-FC05E5EC0862}"/>
              </a:ext>
            </a:extLst>
          </p:cNvPr>
          <p:cNvCxnSpPr>
            <a:cxnSpLocks/>
          </p:cNvCxnSpPr>
          <p:nvPr/>
        </p:nvCxnSpPr>
        <p:spPr bwMode="auto">
          <a:xfrm flipV="1">
            <a:off x="2041074" y="2524694"/>
            <a:ext cx="0" cy="2866051"/>
          </a:xfrm>
          <a:prstGeom prst="straightConnector1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CF168AA1-6655-D349-839B-5FCE4E9EA235}"/>
              </a:ext>
            </a:extLst>
          </p:cNvPr>
          <p:cNvCxnSpPr>
            <a:cxnSpLocks/>
          </p:cNvCxnSpPr>
          <p:nvPr/>
        </p:nvCxnSpPr>
        <p:spPr bwMode="auto">
          <a:xfrm flipH="1">
            <a:off x="6838567" y="2607112"/>
            <a:ext cx="4653" cy="2668550"/>
          </a:xfrm>
          <a:prstGeom prst="straightConnector1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81" name="Oval 80">
            <a:extLst>
              <a:ext uri="{FF2B5EF4-FFF2-40B4-BE49-F238E27FC236}">
                <a16:creationId xmlns:a16="http://schemas.microsoft.com/office/drawing/2014/main" id="{39988BFC-36D4-444D-9D81-813529D06429}"/>
              </a:ext>
            </a:extLst>
          </p:cNvPr>
          <p:cNvSpPr/>
          <p:nvPr/>
        </p:nvSpPr>
        <p:spPr bwMode="auto">
          <a:xfrm>
            <a:off x="6403152" y="5536920"/>
            <a:ext cx="261257" cy="261257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F9F75DDD-6F95-7845-B3DA-B747B1957A40}"/>
              </a:ext>
            </a:extLst>
          </p:cNvPr>
          <p:cNvSpPr/>
          <p:nvPr/>
        </p:nvSpPr>
        <p:spPr bwMode="auto">
          <a:xfrm>
            <a:off x="6664409" y="5798177"/>
            <a:ext cx="261257" cy="261257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56CA4266-98B9-AE4D-9095-A052FB5865F6}"/>
              </a:ext>
            </a:extLst>
          </p:cNvPr>
          <p:cNvSpPr/>
          <p:nvPr/>
        </p:nvSpPr>
        <p:spPr bwMode="auto">
          <a:xfrm>
            <a:off x="6869681" y="5406291"/>
            <a:ext cx="261257" cy="261257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E15EB606-31BB-3242-B8FC-A3EFC5937B2A}"/>
              </a:ext>
            </a:extLst>
          </p:cNvPr>
          <p:cNvSpPr/>
          <p:nvPr/>
        </p:nvSpPr>
        <p:spPr bwMode="auto">
          <a:xfrm>
            <a:off x="6272522" y="6059434"/>
            <a:ext cx="261257" cy="261257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C582E6FB-F961-E144-98F0-94FE6BF7EACC}"/>
              </a:ext>
            </a:extLst>
          </p:cNvPr>
          <p:cNvSpPr/>
          <p:nvPr/>
        </p:nvSpPr>
        <p:spPr bwMode="auto">
          <a:xfrm>
            <a:off x="6795037" y="6171401"/>
            <a:ext cx="261257" cy="261257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B69C563B-B24C-FD4F-944E-60DD7D29D7BE}"/>
              </a:ext>
            </a:extLst>
          </p:cNvPr>
          <p:cNvSpPr/>
          <p:nvPr/>
        </p:nvSpPr>
        <p:spPr bwMode="auto">
          <a:xfrm>
            <a:off x="7056294" y="5779515"/>
            <a:ext cx="261257" cy="261257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D31DFA21-82A9-C444-8B2E-D57F75E65D2D}"/>
              </a:ext>
            </a:extLst>
          </p:cNvPr>
          <p:cNvCxnSpPr>
            <a:cxnSpLocks/>
          </p:cNvCxnSpPr>
          <p:nvPr/>
        </p:nvCxnSpPr>
        <p:spPr bwMode="auto">
          <a:xfrm flipH="1">
            <a:off x="4527701" y="2605553"/>
            <a:ext cx="4653" cy="2668550"/>
          </a:xfrm>
          <a:prstGeom prst="straightConnector1">
            <a:avLst/>
          </a:prstGeom>
          <a:solidFill>
            <a:schemeClr val="accent1"/>
          </a:solidFill>
          <a:ln w="1270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90" name="Oval 89">
            <a:extLst>
              <a:ext uri="{FF2B5EF4-FFF2-40B4-BE49-F238E27FC236}">
                <a16:creationId xmlns:a16="http://schemas.microsoft.com/office/drawing/2014/main" id="{39687940-42D9-344C-ABC8-62F4E89D9B7E}"/>
              </a:ext>
            </a:extLst>
          </p:cNvPr>
          <p:cNvSpPr/>
          <p:nvPr/>
        </p:nvSpPr>
        <p:spPr bwMode="auto">
          <a:xfrm>
            <a:off x="4079826" y="1544980"/>
            <a:ext cx="261257" cy="261257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878987D9-512F-E04F-AAE9-CD9C8F807599}"/>
              </a:ext>
            </a:extLst>
          </p:cNvPr>
          <p:cNvSpPr/>
          <p:nvPr/>
        </p:nvSpPr>
        <p:spPr bwMode="auto">
          <a:xfrm>
            <a:off x="4341083" y="1806237"/>
            <a:ext cx="261257" cy="261257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648BCBBA-6BA8-FF40-876B-7BE36FBFAE58}"/>
              </a:ext>
            </a:extLst>
          </p:cNvPr>
          <p:cNvSpPr/>
          <p:nvPr/>
        </p:nvSpPr>
        <p:spPr bwMode="auto">
          <a:xfrm>
            <a:off x="4546355" y="1414351"/>
            <a:ext cx="261257" cy="261257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EE5D4653-9C6F-D440-9514-68FF865427B6}"/>
              </a:ext>
            </a:extLst>
          </p:cNvPr>
          <p:cNvSpPr/>
          <p:nvPr/>
        </p:nvSpPr>
        <p:spPr bwMode="auto">
          <a:xfrm>
            <a:off x="3949196" y="2067494"/>
            <a:ext cx="261257" cy="261257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0AC8FF17-DFBD-B842-982E-F34878614CCC}"/>
              </a:ext>
            </a:extLst>
          </p:cNvPr>
          <p:cNvSpPr/>
          <p:nvPr/>
        </p:nvSpPr>
        <p:spPr bwMode="auto">
          <a:xfrm>
            <a:off x="4471711" y="2179461"/>
            <a:ext cx="261257" cy="261257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B53D1495-A8D7-2349-93F3-D1E088AFFC4C}"/>
              </a:ext>
            </a:extLst>
          </p:cNvPr>
          <p:cNvSpPr/>
          <p:nvPr/>
        </p:nvSpPr>
        <p:spPr bwMode="auto">
          <a:xfrm>
            <a:off x="4732968" y="1787575"/>
            <a:ext cx="261257" cy="261257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CAA8B159-F82D-EA48-8CCA-264132FE6E91}"/>
              </a:ext>
            </a:extLst>
          </p:cNvPr>
          <p:cNvSpPr/>
          <p:nvPr/>
        </p:nvSpPr>
        <p:spPr bwMode="auto">
          <a:xfrm>
            <a:off x="4098488" y="2496701"/>
            <a:ext cx="261257" cy="261257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2ABFB7CC-7FA3-D747-A5B5-BBA5AE7B565A}"/>
              </a:ext>
            </a:extLst>
          </p:cNvPr>
          <p:cNvSpPr/>
          <p:nvPr/>
        </p:nvSpPr>
        <p:spPr bwMode="auto">
          <a:xfrm>
            <a:off x="4313091" y="1174866"/>
            <a:ext cx="261257" cy="261257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ADAFC658-4FC3-F44B-8852-8D71624946C1}"/>
              </a:ext>
            </a:extLst>
          </p:cNvPr>
          <p:cNvSpPr/>
          <p:nvPr/>
        </p:nvSpPr>
        <p:spPr bwMode="auto">
          <a:xfrm>
            <a:off x="4963123" y="1433013"/>
            <a:ext cx="261257" cy="261257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5B9658E1-E8E5-464E-BE3A-4BB7EC61999C}"/>
              </a:ext>
            </a:extLst>
          </p:cNvPr>
          <p:cNvSpPr/>
          <p:nvPr/>
        </p:nvSpPr>
        <p:spPr bwMode="auto">
          <a:xfrm>
            <a:off x="4832494" y="2126590"/>
            <a:ext cx="261257" cy="261257"/>
          </a:xfrm>
          <a:prstGeom prst="ellipse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6" name="Title 25">
            <a:extLst>
              <a:ext uri="{FF2B5EF4-FFF2-40B4-BE49-F238E27FC236}">
                <a16:creationId xmlns:a16="http://schemas.microsoft.com/office/drawing/2014/main" id="{3B89FE18-851F-A142-B3CF-1858DF400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150" y="74968"/>
            <a:ext cx="8775700" cy="822325"/>
          </a:xfrm>
        </p:spPr>
        <p:txBody>
          <a:bodyPr/>
          <a:lstStyle/>
          <a:p>
            <a:pPr algn="ctr"/>
            <a:r>
              <a:rPr lang="en-US" altLang="en-US" sz="3600" i="1" dirty="0">
                <a:latin typeface="+mj-ea"/>
                <a:ea typeface="+mj-ea"/>
              </a:rPr>
              <a:t>Which scenario requires energy?</a:t>
            </a:r>
            <a:br>
              <a:rPr lang="en-US" altLang="en-US" sz="3600" i="1" dirty="0">
                <a:latin typeface="+mj-ea"/>
                <a:ea typeface="+mj-ea"/>
              </a:rPr>
            </a:br>
            <a:endParaRPr lang="en-US" sz="32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77036911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182563" y="914400"/>
            <a:ext cx="8775700" cy="549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tabLst/>
              <a:defRPr/>
            </a:pPr>
            <a:endParaRPr lang="en-US" sz="2800" dirty="0">
              <a:latin typeface="+mj-ea"/>
              <a:ea typeface="+mj-ea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tabLst/>
              <a:defRPr/>
            </a:pPr>
            <a:r>
              <a:rPr lang="en-US" sz="2800" dirty="0">
                <a:latin typeface="+mj-ea"/>
                <a:ea typeface="+mj-ea"/>
              </a:rPr>
              <a:t>Some molecules are too big cross the membrane </a:t>
            </a:r>
            <a:r>
              <a:rPr lang="en-US" sz="2800" dirty="0">
                <a:latin typeface="+mj-ea"/>
                <a:ea typeface="+mj-ea"/>
                <a:sym typeface="Wingdings"/>
              </a:rPr>
              <a:t> use </a:t>
            </a:r>
            <a:r>
              <a:rPr lang="en-US" sz="2800" b="1" dirty="0">
                <a:latin typeface="+mj-ea"/>
                <a:ea typeface="+mj-ea"/>
                <a:sym typeface="Wingdings"/>
              </a:rPr>
              <a:t>Bulk Transport </a:t>
            </a:r>
            <a:r>
              <a:rPr lang="en-US" sz="2800" dirty="0">
                <a:latin typeface="+mj-ea"/>
                <a:ea typeface="+mj-ea"/>
                <a:sym typeface="Wingdings"/>
              </a:rPr>
              <a:t>instead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tabLst/>
              <a:defRPr/>
            </a:pPr>
            <a:endParaRPr lang="en-US" sz="2800" dirty="0">
              <a:latin typeface="+mj-ea"/>
              <a:ea typeface="+mj-ea"/>
            </a:endParaRPr>
          </a:p>
          <a:p>
            <a:pPr marL="457200" lvl="0" indent="-457200" eaLnBrk="1" hangingPunct="1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/>
            </a:pPr>
            <a:r>
              <a:rPr lang="en-US" sz="2800" dirty="0">
                <a:latin typeface="+mj-ea"/>
                <a:ea typeface="+mj-ea"/>
              </a:rPr>
              <a:t>ENDOCYTOSIS means “into the cell”</a:t>
            </a:r>
          </a:p>
          <a:p>
            <a:pPr marL="457200" lvl="0" indent="-457200" eaLnBrk="1" hangingPunct="1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/>
            </a:pPr>
            <a:endParaRPr lang="en-US" sz="2800" dirty="0">
              <a:latin typeface="+mj-ea"/>
              <a:ea typeface="+mj-ea"/>
            </a:endParaRPr>
          </a:p>
          <a:p>
            <a:pPr marL="457200" lvl="0" indent="-457200" eaLnBrk="1" hangingPunct="1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/>
            </a:pPr>
            <a:r>
              <a:rPr lang="en-US" sz="2800" dirty="0">
                <a:latin typeface="+mj-ea"/>
                <a:ea typeface="+mj-ea"/>
              </a:rPr>
              <a:t>There are three types of </a:t>
            </a:r>
            <a:r>
              <a:rPr lang="en-US" sz="2800" dirty="0" err="1">
                <a:latin typeface="+mj-ea"/>
                <a:ea typeface="+mj-ea"/>
              </a:rPr>
              <a:t>endocytosis</a:t>
            </a:r>
            <a:endParaRPr lang="en-US" sz="2800" dirty="0">
              <a:latin typeface="+mj-ea"/>
              <a:ea typeface="+mj-ea"/>
            </a:endParaRPr>
          </a:p>
          <a:p>
            <a:pPr marL="914400" lvl="1" indent="-457200" eaLnBrk="1" hangingPunct="1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/>
            </a:pPr>
            <a:r>
              <a:rPr lang="en-US" sz="2800" dirty="0">
                <a:latin typeface="+mj-ea"/>
                <a:ea typeface="+mj-ea"/>
              </a:rPr>
              <a:t>1) </a:t>
            </a:r>
            <a:r>
              <a:rPr lang="en-US" sz="2800" b="1" dirty="0" err="1">
                <a:latin typeface="+mj-ea"/>
                <a:ea typeface="+mj-ea"/>
              </a:rPr>
              <a:t>Phagocytosis</a:t>
            </a:r>
            <a:r>
              <a:rPr lang="en-US" sz="2800" dirty="0">
                <a:latin typeface="+mj-ea"/>
                <a:ea typeface="+mj-ea"/>
              </a:rPr>
              <a:t> (</a:t>
            </a:r>
            <a:r>
              <a:rPr lang="ja-JP" altLang="en-US" sz="2800" dirty="0">
                <a:latin typeface="+mj-ea"/>
                <a:ea typeface="+mj-ea"/>
              </a:rPr>
              <a:t>“</a:t>
            </a:r>
            <a:r>
              <a:rPr lang="en-US" altLang="ja-JP" sz="2800" dirty="0">
                <a:latin typeface="+mj-ea"/>
                <a:ea typeface="+mj-ea"/>
              </a:rPr>
              <a:t>cellular eating</a:t>
            </a:r>
            <a:r>
              <a:rPr lang="ja-JP" altLang="en-US" sz="2800" dirty="0">
                <a:latin typeface="+mj-ea"/>
                <a:ea typeface="+mj-ea"/>
              </a:rPr>
              <a:t>”</a:t>
            </a:r>
            <a:r>
              <a:rPr lang="en-US" altLang="ja-JP" sz="2800" dirty="0">
                <a:latin typeface="+mj-ea"/>
                <a:ea typeface="+mj-ea"/>
              </a:rPr>
              <a:t>)</a:t>
            </a:r>
          </a:p>
          <a:p>
            <a:pPr marL="914400" lvl="1" indent="-457200" eaLnBrk="1" hangingPunct="1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/>
            </a:pPr>
            <a:r>
              <a:rPr lang="en-US" sz="2800" dirty="0">
                <a:latin typeface="+mj-ea"/>
                <a:ea typeface="+mj-ea"/>
              </a:rPr>
              <a:t>2) </a:t>
            </a:r>
            <a:r>
              <a:rPr lang="en-US" sz="2800" b="1" dirty="0" err="1">
                <a:latin typeface="+mj-ea"/>
                <a:ea typeface="+mj-ea"/>
              </a:rPr>
              <a:t>Pinocytosis</a:t>
            </a:r>
            <a:r>
              <a:rPr lang="en-US" sz="2800" dirty="0">
                <a:latin typeface="+mj-ea"/>
                <a:ea typeface="+mj-ea"/>
              </a:rPr>
              <a:t> (</a:t>
            </a:r>
            <a:r>
              <a:rPr lang="ja-JP" altLang="en-US" sz="2800" dirty="0">
                <a:latin typeface="+mj-ea"/>
                <a:ea typeface="+mj-ea"/>
              </a:rPr>
              <a:t>“</a:t>
            </a:r>
            <a:r>
              <a:rPr lang="en-US" altLang="ja-JP" sz="2800" dirty="0">
                <a:latin typeface="+mj-ea"/>
                <a:ea typeface="+mj-ea"/>
              </a:rPr>
              <a:t>cellular drinking</a:t>
            </a:r>
            <a:r>
              <a:rPr lang="ja-JP" altLang="en-US" sz="2800" dirty="0">
                <a:latin typeface="+mj-ea"/>
                <a:ea typeface="+mj-ea"/>
              </a:rPr>
              <a:t>”</a:t>
            </a:r>
            <a:r>
              <a:rPr lang="en-US" altLang="ja-JP" sz="2800" dirty="0">
                <a:latin typeface="+mj-ea"/>
                <a:ea typeface="+mj-ea"/>
              </a:rPr>
              <a:t>)</a:t>
            </a:r>
          </a:p>
          <a:p>
            <a:pPr marL="914400" lvl="1" indent="-457200" eaLnBrk="1" hangingPunct="1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/>
            </a:pPr>
            <a:r>
              <a:rPr lang="en-US" sz="2800" dirty="0">
                <a:latin typeface="+mj-ea"/>
                <a:ea typeface="+mj-ea"/>
              </a:rPr>
              <a:t>3) </a:t>
            </a:r>
            <a:r>
              <a:rPr lang="en-US" sz="2800" b="1" dirty="0">
                <a:latin typeface="+mj-ea"/>
                <a:ea typeface="+mj-ea"/>
              </a:rPr>
              <a:t>Receptor-mediated </a:t>
            </a:r>
            <a:r>
              <a:rPr lang="en-US" sz="2800" b="1" dirty="0" err="1">
                <a:latin typeface="+mj-ea"/>
                <a:ea typeface="+mj-ea"/>
              </a:rPr>
              <a:t>endocytosis</a:t>
            </a:r>
            <a:endParaRPr lang="en-US" sz="2800" b="1" dirty="0">
              <a:latin typeface="+mj-ea"/>
              <a:ea typeface="+mj-ea"/>
            </a:endParaRPr>
          </a:p>
          <a:p>
            <a:pPr marL="914400" lvl="1" indent="-457200" eaLnBrk="1" hangingPunct="1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/>
            </a:pPr>
            <a:endParaRPr lang="en-US" sz="2800" dirty="0">
              <a:latin typeface="+mj-ea"/>
              <a:ea typeface="+mj-ea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tabLst/>
              <a:defRPr/>
            </a:pPr>
            <a:r>
              <a:rPr lang="en-US" sz="2800" dirty="0">
                <a:latin typeface="+mj-ea"/>
                <a:ea typeface="+mj-ea"/>
              </a:rPr>
              <a:t>Bulk transport requires energy (ATP)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tabLst/>
              <a:defRPr/>
            </a:pPr>
            <a:endParaRPr lang="en-US" sz="2800" dirty="0">
              <a:latin typeface="+mj-ea"/>
              <a:ea typeface="+mj-ea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tabLst/>
              <a:defRPr/>
            </a:pPr>
            <a:endParaRPr lang="en-US" sz="2800" dirty="0">
              <a:latin typeface="+mj-ea"/>
              <a:ea typeface="+mj-ea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tabLst/>
              <a:defRPr/>
            </a:pPr>
            <a:endParaRPr lang="en-US" sz="2800" b="1" dirty="0">
              <a:latin typeface="+mj-ea"/>
              <a:ea typeface="+mj-ea"/>
            </a:endParaRPr>
          </a:p>
          <a:p>
            <a:pPr marL="1371600" lvl="2" indent="-457200" eaLnBrk="1" hangingPunct="1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</a:pPr>
            <a:endParaRPr kumimoji="0" lang="en-US" sz="29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5" name="Line 6"/>
          <p:cNvSpPr>
            <a:spLocks noChangeShapeType="1"/>
          </p:cNvSpPr>
          <p:nvPr/>
        </p:nvSpPr>
        <p:spPr bwMode="auto">
          <a:xfrm>
            <a:off x="182563" y="1095375"/>
            <a:ext cx="8775700" cy="0"/>
          </a:xfrm>
          <a:prstGeom prst="line">
            <a:avLst/>
          </a:prstGeom>
          <a:noFill/>
          <a:ln w="76200">
            <a:solidFill>
              <a:srgbClr val="9D0016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latin typeface="+mj-ea"/>
              <a:ea typeface="+mj-ea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B2BFC4DE-90C2-3C4F-AB36-89ADF9DB3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>
                <a:latin typeface="Arial" charset="0"/>
              </a:rPr>
              <a:t>THE PLASMA MEMBRANE</a:t>
            </a:r>
            <a:br>
              <a:rPr lang="en-US" sz="4800" dirty="0">
                <a:latin typeface="Arial" charset="0"/>
              </a:rPr>
            </a:b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95794261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Line 6"/>
          <p:cNvSpPr>
            <a:spLocks noChangeShapeType="1"/>
          </p:cNvSpPr>
          <p:nvPr/>
        </p:nvSpPr>
        <p:spPr bwMode="auto">
          <a:xfrm>
            <a:off x="182563" y="1095375"/>
            <a:ext cx="8775700" cy="0"/>
          </a:xfrm>
          <a:prstGeom prst="line">
            <a:avLst/>
          </a:prstGeom>
          <a:noFill/>
          <a:ln w="76200">
            <a:solidFill>
              <a:srgbClr val="9D0016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29" name="Picture 7" descr="Phagocytosis is a form of bulk transport where solid material is taken inside the cell.">
            <a:extLst>
              <a:ext uri="{FF2B5EF4-FFF2-40B4-BE49-F238E27FC236}">
                <a16:creationId xmlns:a16="http://schemas.microsoft.com/office/drawing/2014/main" id="{6109D9E3-2332-D046-94FF-E566E4B1F5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8875"/>
          <a:stretch/>
        </p:blipFill>
        <p:spPr bwMode="auto">
          <a:xfrm>
            <a:off x="1139984" y="1548045"/>
            <a:ext cx="7242891" cy="5274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2" name="Rectangle 2">
            <a:extLst>
              <a:ext uri="{FF2B5EF4-FFF2-40B4-BE49-F238E27FC236}">
                <a16:creationId xmlns:a16="http://schemas.microsoft.com/office/drawing/2014/main" id="{8FF1A00F-E904-0D4E-AB5C-22B4461003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92898" y="5927276"/>
            <a:ext cx="2541976" cy="6718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tabLst/>
              <a:defRPr/>
            </a:pPr>
            <a:r>
              <a:rPr lang="en-US" sz="2800" b="1" i="1" dirty="0">
                <a:latin typeface="+mj-ea"/>
                <a:ea typeface="+mj-ea"/>
              </a:rPr>
              <a:t>Inside Cell</a:t>
            </a:r>
            <a:endParaRPr lang="en-US" sz="2800" b="1" i="1" dirty="0">
              <a:solidFill>
                <a:srgbClr val="FF0000"/>
              </a:solidFill>
              <a:latin typeface="+mj-ea"/>
              <a:ea typeface="+mj-ea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tabLst/>
              <a:defRPr/>
            </a:pPr>
            <a:endParaRPr lang="en-US" sz="2800" b="1" i="1" dirty="0">
              <a:latin typeface="+mj-ea"/>
              <a:ea typeface="+mj-ea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tabLst/>
              <a:defRPr/>
            </a:pPr>
            <a:endParaRPr lang="en-US" sz="2800" b="1" i="1" dirty="0">
              <a:solidFill>
                <a:srgbClr val="FF0000"/>
              </a:solidFill>
              <a:latin typeface="+mj-ea"/>
              <a:ea typeface="+mj-ea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tabLst/>
              <a:defRPr/>
            </a:pPr>
            <a:endParaRPr lang="en-US" sz="2800" b="1" i="1" dirty="0">
              <a:latin typeface="+mj-ea"/>
              <a:ea typeface="+mj-ea"/>
            </a:endParaRPr>
          </a:p>
          <a:p>
            <a:pPr marL="1371600" lvl="2" indent="-457200" eaLnBrk="1" hangingPunct="1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</a:pPr>
            <a:endParaRPr kumimoji="0" lang="en-US" sz="2900" b="1" i="1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43" name="Rectangle 2">
            <a:extLst>
              <a:ext uri="{FF2B5EF4-FFF2-40B4-BE49-F238E27FC236}">
                <a16:creationId xmlns:a16="http://schemas.microsoft.com/office/drawing/2014/main" id="{FE826DA7-9D46-434A-B7FB-77B10AE19879}"/>
              </a:ext>
            </a:extLst>
          </p:cNvPr>
          <p:cNvSpPr txBox="1">
            <a:spLocks noChangeArrowheads="1"/>
          </p:cNvSpPr>
          <p:nvPr/>
        </p:nvSpPr>
        <p:spPr bwMode="auto">
          <a:xfrm rot="21191769">
            <a:off x="5616091" y="3793645"/>
            <a:ext cx="2541976" cy="6718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tabLst/>
              <a:defRPr/>
            </a:pPr>
            <a:r>
              <a:rPr lang="en-US" sz="2800" b="1" i="1" dirty="0">
                <a:latin typeface="+mj-ea"/>
                <a:ea typeface="+mj-ea"/>
              </a:rPr>
              <a:t>Outside Cell</a:t>
            </a:r>
            <a:endParaRPr lang="en-US" sz="2800" b="1" i="1" dirty="0">
              <a:solidFill>
                <a:srgbClr val="FF0000"/>
              </a:solidFill>
              <a:latin typeface="+mj-ea"/>
              <a:ea typeface="+mj-ea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tabLst/>
              <a:defRPr/>
            </a:pPr>
            <a:endParaRPr lang="en-US" sz="2800" b="1" i="1" dirty="0">
              <a:latin typeface="+mj-ea"/>
              <a:ea typeface="+mj-ea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tabLst/>
              <a:defRPr/>
            </a:pPr>
            <a:endParaRPr lang="en-US" sz="2800" b="1" i="1" dirty="0">
              <a:solidFill>
                <a:srgbClr val="FF0000"/>
              </a:solidFill>
              <a:latin typeface="+mj-ea"/>
              <a:ea typeface="+mj-ea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tabLst/>
              <a:defRPr/>
            </a:pPr>
            <a:endParaRPr lang="en-US" sz="2800" b="1" i="1" dirty="0">
              <a:latin typeface="+mj-ea"/>
              <a:ea typeface="+mj-ea"/>
            </a:endParaRPr>
          </a:p>
          <a:p>
            <a:pPr marL="1371600" lvl="2" indent="-457200" eaLnBrk="1" hangingPunct="1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</a:pPr>
            <a:endParaRPr kumimoji="0" lang="en-US" sz="2900" b="1" i="1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3979F5D3-2F82-A647-89DB-8B55214124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599" y="1148894"/>
            <a:ext cx="8724900" cy="382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60325" algn="l" rtl="0" eaLnBrk="0" fontAlgn="base" hangingPunct="0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charset="0"/>
                <a:ea typeface="MS PGothic" panose="020B0600070205080204" pitchFamily="34" charset="-128"/>
                <a:cs typeface="+mn-cs"/>
              </a:defRPr>
            </a:lvl1pPr>
            <a:lvl2pPr marL="798513" indent="-341313" algn="l" rtl="0" eaLnBrk="0" fontAlgn="base" hangingPunct="0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6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485900" indent="-339725" algn="l" rtl="0" eaLnBrk="0" fontAlgn="base" hangingPunct="0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2176463" indent="-347663" algn="l" rtl="0" eaLnBrk="0" fontAlgn="base" hangingPunct="0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859088" indent="-347663" algn="l" rtl="0" eaLnBrk="0" fontAlgn="base" hangingPunct="0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316288" indent="-347663" algn="l" rtl="0" fontAlgn="base">
              <a:spcBef>
                <a:spcPct val="45000"/>
              </a:spcBef>
              <a:spcAft>
                <a:spcPct val="20000"/>
              </a:spcAft>
              <a:buClr>
                <a:schemeClr val="tx2"/>
              </a:buClr>
              <a:buFont typeface="Wingdings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773488" indent="-347663" algn="l" rtl="0" fontAlgn="base">
              <a:spcBef>
                <a:spcPct val="45000"/>
              </a:spcBef>
              <a:spcAft>
                <a:spcPct val="20000"/>
              </a:spcAft>
              <a:buClr>
                <a:schemeClr val="tx2"/>
              </a:buClr>
              <a:buFont typeface="Wingdings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30688" indent="-347663" algn="l" rtl="0" fontAlgn="base">
              <a:spcBef>
                <a:spcPct val="45000"/>
              </a:spcBef>
              <a:spcAft>
                <a:spcPct val="20000"/>
              </a:spcAft>
              <a:buClr>
                <a:schemeClr val="tx2"/>
              </a:buClr>
              <a:buFont typeface="Wingdings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87888" indent="-347663" algn="l" rtl="0" fontAlgn="base">
              <a:spcBef>
                <a:spcPct val="45000"/>
              </a:spcBef>
              <a:spcAft>
                <a:spcPct val="20000"/>
              </a:spcAft>
              <a:buClr>
                <a:schemeClr val="tx2"/>
              </a:buClr>
              <a:buFont typeface="Wingdings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2100" indent="-292100" eaLnBrk="1" hangingPunct="1"/>
            <a:r>
              <a:rPr lang="en-US" altLang="en-US" b="1" kern="0" dirty="0">
                <a:latin typeface="Arial" panose="020B0604020202020204" pitchFamily="34" charset="0"/>
              </a:rPr>
              <a:t>Phagocytosis</a:t>
            </a:r>
            <a:r>
              <a:rPr lang="en-US" altLang="en-US" kern="0" dirty="0">
                <a:latin typeface="Arial" panose="020B0604020202020204" pitchFamily="34" charset="0"/>
              </a:rPr>
              <a:t>: Bulk transport of solid particles</a:t>
            </a:r>
          </a:p>
          <a:p>
            <a:pPr marL="0" indent="0" eaLnBrk="1" hangingPunct="1">
              <a:buNone/>
            </a:pPr>
            <a:endParaRPr lang="en-US" altLang="en-US" kern="0" dirty="0">
              <a:latin typeface="Arial" panose="020B0604020202020204" pitchFamily="34" charset="0"/>
            </a:endParaRP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63523F80-6682-1547-9657-1562DD434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>
                <a:latin typeface="Arial" charset="0"/>
              </a:rPr>
              <a:t>THE PLASMA MEMBRANE</a:t>
            </a:r>
            <a:br>
              <a:rPr lang="en-US" sz="4800" dirty="0">
                <a:latin typeface="Arial" charset="0"/>
              </a:rPr>
            </a:b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393559190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7" descr="Pinocytosis is a form of bulk transport where liquid material is taken inside the cell.">
            <a:extLst>
              <a:ext uri="{FF2B5EF4-FFF2-40B4-BE49-F238E27FC236}">
                <a16:creationId xmlns:a16="http://schemas.microsoft.com/office/drawing/2014/main" id="{E72A8DC6-1991-E247-AF35-CB5414666C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972" b="33313"/>
          <a:stretch/>
        </p:blipFill>
        <p:spPr bwMode="auto">
          <a:xfrm>
            <a:off x="1304698" y="1517596"/>
            <a:ext cx="6682305" cy="5305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ctangle 2">
            <a:extLst>
              <a:ext uri="{FF2B5EF4-FFF2-40B4-BE49-F238E27FC236}">
                <a16:creationId xmlns:a16="http://schemas.microsoft.com/office/drawing/2014/main" id="{9411A6F6-D988-F34B-9EBD-7E56F3FDC3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6827" y="6188533"/>
            <a:ext cx="2541976" cy="6718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tabLst/>
              <a:defRPr/>
            </a:pPr>
            <a:r>
              <a:rPr lang="en-US" sz="2000" b="1" i="1" dirty="0">
                <a:latin typeface="+mj-ea"/>
                <a:ea typeface="+mj-ea"/>
              </a:rPr>
              <a:t>Inside Cell</a:t>
            </a:r>
            <a:endParaRPr lang="en-US" sz="2000" b="1" i="1" dirty="0">
              <a:solidFill>
                <a:srgbClr val="FF0000"/>
              </a:solidFill>
              <a:latin typeface="+mj-ea"/>
              <a:ea typeface="+mj-ea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tabLst/>
              <a:defRPr/>
            </a:pPr>
            <a:endParaRPr lang="en-US" sz="2000" b="1" i="1" dirty="0">
              <a:latin typeface="+mj-ea"/>
              <a:ea typeface="+mj-ea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tabLst/>
              <a:defRPr/>
            </a:pPr>
            <a:endParaRPr lang="en-US" sz="2000" b="1" i="1" dirty="0">
              <a:solidFill>
                <a:srgbClr val="FF0000"/>
              </a:solidFill>
              <a:latin typeface="+mj-ea"/>
              <a:ea typeface="+mj-ea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tabLst/>
              <a:defRPr/>
            </a:pPr>
            <a:endParaRPr lang="en-US" sz="2000" b="1" i="1" dirty="0">
              <a:latin typeface="+mj-ea"/>
              <a:ea typeface="+mj-ea"/>
            </a:endParaRPr>
          </a:p>
          <a:p>
            <a:pPr marL="1371600" lvl="2" indent="-457200" eaLnBrk="1" hangingPunct="1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</a:pPr>
            <a:endParaRPr kumimoji="0" lang="en-US" b="1" i="1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8E091098-3561-0B4B-8A8B-84B3BDC670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4993" y="2786909"/>
            <a:ext cx="2541976" cy="6718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tabLst/>
              <a:defRPr/>
            </a:pPr>
            <a:r>
              <a:rPr lang="en-US" sz="2000" b="1" i="1" dirty="0">
                <a:latin typeface="+mj-ea"/>
                <a:ea typeface="+mj-ea"/>
              </a:rPr>
              <a:t>Outside Cell</a:t>
            </a:r>
            <a:endParaRPr lang="en-US" sz="2000" b="1" i="1" dirty="0">
              <a:solidFill>
                <a:srgbClr val="FF0000"/>
              </a:solidFill>
              <a:latin typeface="+mj-ea"/>
              <a:ea typeface="+mj-ea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tabLst/>
              <a:defRPr/>
            </a:pPr>
            <a:endParaRPr lang="en-US" sz="2000" b="1" i="1" dirty="0">
              <a:latin typeface="+mj-ea"/>
              <a:ea typeface="+mj-ea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tabLst/>
              <a:defRPr/>
            </a:pPr>
            <a:endParaRPr lang="en-US" sz="2000" b="1" i="1" dirty="0">
              <a:solidFill>
                <a:srgbClr val="FF0000"/>
              </a:solidFill>
              <a:latin typeface="+mj-ea"/>
              <a:ea typeface="+mj-ea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tabLst/>
              <a:defRPr/>
            </a:pPr>
            <a:endParaRPr lang="en-US" sz="2000" b="1" i="1" dirty="0">
              <a:latin typeface="+mj-ea"/>
              <a:ea typeface="+mj-ea"/>
            </a:endParaRPr>
          </a:p>
          <a:p>
            <a:pPr marL="1371600" lvl="2" indent="-457200" eaLnBrk="1" hangingPunct="1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</a:pPr>
            <a:endParaRPr kumimoji="0" lang="en-US" b="1" i="1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7967E927-743C-934B-AC30-CFF017EE63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599" y="1148894"/>
            <a:ext cx="8724900" cy="382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60325" algn="l" rtl="0" eaLnBrk="0" fontAlgn="base" hangingPunct="0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charset="0"/>
                <a:ea typeface="MS PGothic" panose="020B0600070205080204" pitchFamily="34" charset="-128"/>
                <a:cs typeface="+mn-cs"/>
              </a:defRPr>
            </a:lvl1pPr>
            <a:lvl2pPr marL="798513" indent="-341313" algn="l" rtl="0" eaLnBrk="0" fontAlgn="base" hangingPunct="0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6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485900" indent="-339725" algn="l" rtl="0" eaLnBrk="0" fontAlgn="base" hangingPunct="0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2176463" indent="-347663" algn="l" rtl="0" eaLnBrk="0" fontAlgn="base" hangingPunct="0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859088" indent="-347663" algn="l" rtl="0" eaLnBrk="0" fontAlgn="base" hangingPunct="0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316288" indent="-347663" algn="l" rtl="0" fontAlgn="base">
              <a:spcBef>
                <a:spcPct val="45000"/>
              </a:spcBef>
              <a:spcAft>
                <a:spcPct val="20000"/>
              </a:spcAft>
              <a:buClr>
                <a:schemeClr val="tx2"/>
              </a:buClr>
              <a:buFont typeface="Wingdings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773488" indent="-347663" algn="l" rtl="0" fontAlgn="base">
              <a:spcBef>
                <a:spcPct val="45000"/>
              </a:spcBef>
              <a:spcAft>
                <a:spcPct val="20000"/>
              </a:spcAft>
              <a:buClr>
                <a:schemeClr val="tx2"/>
              </a:buClr>
              <a:buFont typeface="Wingdings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30688" indent="-347663" algn="l" rtl="0" fontAlgn="base">
              <a:spcBef>
                <a:spcPct val="45000"/>
              </a:spcBef>
              <a:spcAft>
                <a:spcPct val="20000"/>
              </a:spcAft>
              <a:buClr>
                <a:schemeClr val="tx2"/>
              </a:buClr>
              <a:buFont typeface="Wingdings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87888" indent="-347663" algn="l" rtl="0" fontAlgn="base">
              <a:spcBef>
                <a:spcPct val="45000"/>
              </a:spcBef>
              <a:spcAft>
                <a:spcPct val="20000"/>
              </a:spcAft>
              <a:buClr>
                <a:schemeClr val="tx2"/>
              </a:buClr>
              <a:buFont typeface="Wingdings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2100" indent="-292100" eaLnBrk="1" hangingPunct="1"/>
            <a:r>
              <a:rPr lang="en-US" altLang="en-US" b="1" kern="0" dirty="0">
                <a:latin typeface="Arial" panose="020B0604020202020204" pitchFamily="34" charset="0"/>
              </a:rPr>
              <a:t>Pinocytosis</a:t>
            </a:r>
            <a:r>
              <a:rPr lang="en-US" altLang="en-US" kern="0" dirty="0">
                <a:latin typeface="Arial" panose="020B0604020202020204" pitchFamily="34" charset="0"/>
              </a:rPr>
              <a:t>: Bulk transport of nearby liquid</a:t>
            </a:r>
          </a:p>
          <a:p>
            <a:pPr marL="0" indent="0" eaLnBrk="1" hangingPunct="1">
              <a:buNone/>
            </a:pPr>
            <a:endParaRPr lang="en-US" altLang="en-US" kern="0" dirty="0">
              <a:latin typeface="Arial" panose="020B0604020202020204" pitchFamily="34" charset="0"/>
            </a:endParaRPr>
          </a:p>
        </p:txBody>
      </p:sp>
      <p:sp>
        <p:nvSpPr>
          <p:cNvPr id="13" name="Line 6">
            <a:extLst>
              <a:ext uri="{FF2B5EF4-FFF2-40B4-BE49-F238E27FC236}">
                <a16:creationId xmlns:a16="http://schemas.microsoft.com/office/drawing/2014/main" id="{6F264CC6-DFBB-F245-B398-7E8155C96159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563" y="1095375"/>
            <a:ext cx="8775700" cy="0"/>
          </a:xfrm>
          <a:prstGeom prst="line">
            <a:avLst/>
          </a:prstGeom>
          <a:noFill/>
          <a:ln w="76200">
            <a:solidFill>
              <a:srgbClr val="9D0016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" name="Title 3">
            <a:extLst>
              <a:ext uri="{FF2B5EF4-FFF2-40B4-BE49-F238E27FC236}">
                <a16:creationId xmlns:a16="http://schemas.microsoft.com/office/drawing/2014/main" id="{4D2AAE2D-0709-7D4B-865E-E530BDB9A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>
                <a:latin typeface="Arial" charset="0"/>
              </a:rPr>
              <a:t>THE PLASMA MEMBRANE</a:t>
            </a:r>
            <a:br>
              <a:rPr lang="en-US" sz="4800" dirty="0">
                <a:latin typeface="Arial" charset="0"/>
              </a:rPr>
            </a:b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350368595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ine 6"/>
          <p:cNvSpPr>
            <a:spLocks noChangeShapeType="1"/>
          </p:cNvSpPr>
          <p:nvPr/>
        </p:nvSpPr>
        <p:spPr bwMode="auto">
          <a:xfrm>
            <a:off x="182563" y="1095375"/>
            <a:ext cx="8775700" cy="0"/>
          </a:xfrm>
          <a:prstGeom prst="line">
            <a:avLst/>
          </a:prstGeom>
          <a:noFill/>
          <a:ln w="76200">
            <a:solidFill>
              <a:srgbClr val="9D0016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6433821" y="1277431"/>
            <a:ext cx="97784" cy="17543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40" dirty="0">
                <a:solidFill>
                  <a:schemeClr val="bg1"/>
                </a:solidFill>
                <a:latin typeface="Arial Black" pitchFamily="34" charset="0"/>
              </a:rPr>
              <a:t>1</a:t>
            </a:r>
          </a:p>
        </p:txBody>
      </p:sp>
      <p:pic>
        <p:nvPicPr>
          <p:cNvPr id="67" name="Picture 7" descr="Receptor-mediated endocytosis is a form of bulk transport where specific materials aretaken inside the cell after they bind to the plasma membrane.">
            <a:extLst>
              <a:ext uri="{FF2B5EF4-FFF2-40B4-BE49-F238E27FC236}">
                <a16:creationId xmlns:a16="http://schemas.microsoft.com/office/drawing/2014/main" id="{B428CE9C-A8D2-F44F-8F64-7BB0E92E02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533" b="2056"/>
          <a:stretch/>
        </p:blipFill>
        <p:spPr bwMode="auto">
          <a:xfrm>
            <a:off x="1304698" y="1860506"/>
            <a:ext cx="6983784" cy="49695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8" name="Rectangle 2">
            <a:extLst>
              <a:ext uri="{FF2B5EF4-FFF2-40B4-BE49-F238E27FC236}">
                <a16:creationId xmlns:a16="http://schemas.microsoft.com/office/drawing/2014/main" id="{ABD14AFB-D58A-C94C-A315-DE50F4C66C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7510" y="6158217"/>
            <a:ext cx="2541976" cy="6718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tabLst/>
              <a:defRPr/>
            </a:pPr>
            <a:r>
              <a:rPr lang="en-US" sz="2800" b="1" i="1" dirty="0">
                <a:latin typeface="+mj-ea"/>
                <a:ea typeface="+mj-ea"/>
              </a:rPr>
              <a:t>Inside Cell</a:t>
            </a:r>
            <a:endParaRPr lang="en-US" sz="2800" b="1" i="1" dirty="0">
              <a:solidFill>
                <a:srgbClr val="FF0000"/>
              </a:solidFill>
              <a:latin typeface="+mj-ea"/>
              <a:ea typeface="+mj-ea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tabLst/>
              <a:defRPr/>
            </a:pPr>
            <a:endParaRPr lang="en-US" sz="2800" b="1" i="1" dirty="0">
              <a:latin typeface="+mj-ea"/>
              <a:ea typeface="+mj-ea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tabLst/>
              <a:defRPr/>
            </a:pPr>
            <a:endParaRPr lang="en-US" sz="2800" b="1" i="1" dirty="0">
              <a:solidFill>
                <a:srgbClr val="FF0000"/>
              </a:solidFill>
              <a:latin typeface="+mj-ea"/>
              <a:ea typeface="+mj-ea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tabLst/>
              <a:defRPr/>
            </a:pPr>
            <a:endParaRPr lang="en-US" sz="2800" b="1" i="1" dirty="0">
              <a:latin typeface="+mj-ea"/>
              <a:ea typeface="+mj-ea"/>
            </a:endParaRPr>
          </a:p>
          <a:p>
            <a:pPr marL="1371600" lvl="2" indent="-457200" eaLnBrk="1" hangingPunct="1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</a:pPr>
            <a:endParaRPr kumimoji="0" lang="en-US" sz="2900" b="1" i="1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69" name="Rectangle 2">
            <a:extLst>
              <a:ext uri="{FF2B5EF4-FFF2-40B4-BE49-F238E27FC236}">
                <a16:creationId xmlns:a16="http://schemas.microsoft.com/office/drawing/2014/main" id="{627B6188-770E-8043-B49D-CD0DC705B2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9896" y="2794919"/>
            <a:ext cx="2541976" cy="6718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tabLst/>
              <a:defRPr/>
            </a:pPr>
            <a:r>
              <a:rPr lang="en-US" sz="2800" b="1" i="1" dirty="0">
                <a:latin typeface="+mj-ea"/>
                <a:ea typeface="+mj-ea"/>
              </a:rPr>
              <a:t>Outside Cell</a:t>
            </a:r>
            <a:endParaRPr lang="en-US" sz="2800" b="1" i="1" dirty="0">
              <a:solidFill>
                <a:srgbClr val="FF0000"/>
              </a:solidFill>
              <a:latin typeface="+mj-ea"/>
              <a:ea typeface="+mj-ea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tabLst/>
              <a:defRPr/>
            </a:pPr>
            <a:endParaRPr lang="en-US" sz="2800" b="1" i="1" dirty="0">
              <a:latin typeface="+mj-ea"/>
              <a:ea typeface="+mj-ea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tabLst/>
              <a:defRPr/>
            </a:pPr>
            <a:endParaRPr lang="en-US" sz="2800" b="1" i="1" dirty="0">
              <a:solidFill>
                <a:srgbClr val="FF0000"/>
              </a:solidFill>
              <a:latin typeface="+mj-ea"/>
              <a:ea typeface="+mj-ea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tabLst/>
              <a:defRPr/>
            </a:pPr>
            <a:endParaRPr lang="en-US" sz="2800" b="1" i="1" dirty="0">
              <a:latin typeface="+mj-ea"/>
              <a:ea typeface="+mj-ea"/>
            </a:endParaRPr>
          </a:p>
          <a:p>
            <a:pPr marL="1371600" lvl="2" indent="-457200" eaLnBrk="1" hangingPunct="1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</a:pPr>
            <a:endParaRPr kumimoji="0" lang="en-US" sz="2900" b="1" i="1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682285C6-EEBF-8748-A74B-85155B9D66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599" y="1148894"/>
            <a:ext cx="8724900" cy="382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60325" algn="l" rtl="0" eaLnBrk="0" fontAlgn="base" hangingPunct="0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charset="0"/>
                <a:ea typeface="MS PGothic" panose="020B0600070205080204" pitchFamily="34" charset="-128"/>
                <a:cs typeface="+mn-cs"/>
              </a:defRPr>
            </a:lvl1pPr>
            <a:lvl2pPr marL="798513" indent="-341313" algn="l" rtl="0" eaLnBrk="0" fontAlgn="base" hangingPunct="0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6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1485900" indent="-339725" algn="l" rtl="0" eaLnBrk="0" fontAlgn="base" hangingPunct="0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2176463" indent="-347663" algn="l" rtl="0" eaLnBrk="0" fontAlgn="base" hangingPunct="0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2859088" indent="-347663" algn="l" rtl="0" eaLnBrk="0" fontAlgn="base" hangingPunct="0">
              <a:spcBef>
                <a:spcPct val="20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3316288" indent="-347663" algn="l" rtl="0" fontAlgn="base">
              <a:spcBef>
                <a:spcPct val="45000"/>
              </a:spcBef>
              <a:spcAft>
                <a:spcPct val="20000"/>
              </a:spcAft>
              <a:buClr>
                <a:schemeClr val="tx2"/>
              </a:buClr>
              <a:buFont typeface="Wingdings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773488" indent="-347663" algn="l" rtl="0" fontAlgn="base">
              <a:spcBef>
                <a:spcPct val="45000"/>
              </a:spcBef>
              <a:spcAft>
                <a:spcPct val="20000"/>
              </a:spcAft>
              <a:buClr>
                <a:schemeClr val="tx2"/>
              </a:buClr>
              <a:buFont typeface="Wingdings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30688" indent="-347663" algn="l" rtl="0" fontAlgn="base">
              <a:spcBef>
                <a:spcPct val="45000"/>
              </a:spcBef>
              <a:spcAft>
                <a:spcPct val="20000"/>
              </a:spcAft>
              <a:buClr>
                <a:schemeClr val="tx2"/>
              </a:buClr>
              <a:buFont typeface="Wingdings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87888" indent="-347663" algn="l" rtl="0" fontAlgn="base">
              <a:spcBef>
                <a:spcPct val="45000"/>
              </a:spcBef>
              <a:spcAft>
                <a:spcPct val="20000"/>
              </a:spcAft>
              <a:buClr>
                <a:schemeClr val="tx2"/>
              </a:buClr>
              <a:buFont typeface="Wingdings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2100" indent="-292100" eaLnBrk="1" hangingPunct="1"/>
            <a:r>
              <a:rPr lang="en-US" altLang="en-US" b="1" kern="0" dirty="0">
                <a:latin typeface="Arial" panose="020B0604020202020204" pitchFamily="34" charset="0"/>
              </a:rPr>
              <a:t>Receptor-Mediated Endocytosis</a:t>
            </a:r>
            <a:r>
              <a:rPr lang="en-US" altLang="en-US" kern="0" dirty="0">
                <a:latin typeface="Arial" panose="020B0604020202020204" pitchFamily="34" charset="0"/>
              </a:rPr>
              <a:t>: Bulk transport of substances with low extracellular concentrations</a:t>
            </a:r>
          </a:p>
          <a:p>
            <a:pPr marL="0" indent="0" eaLnBrk="1" hangingPunct="1">
              <a:buNone/>
            </a:pPr>
            <a:endParaRPr lang="en-US" altLang="en-US" kern="0" dirty="0">
              <a:latin typeface="Arial" panose="020B0604020202020204" pitchFamily="34" charset="0"/>
            </a:endParaRPr>
          </a:p>
        </p:txBody>
      </p:sp>
      <p:sp>
        <p:nvSpPr>
          <p:cNvPr id="12" name="Title 3">
            <a:extLst>
              <a:ext uri="{FF2B5EF4-FFF2-40B4-BE49-F238E27FC236}">
                <a16:creationId xmlns:a16="http://schemas.microsoft.com/office/drawing/2014/main" id="{B4EB910B-094C-D54C-8895-FC4E24061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>
                <a:latin typeface="Arial" charset="0"/>
              </a:rPr>
              <a:t>THE PLASMA MEMBRANE</a:t>
            </a:r>
            <a:br>
              <a:rPr lang="en-US" sz="4800" dirty="0">
                <a:latin typeface="Arial" charset="0"/>
              </a:rPr>
            </a:b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13327672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olesterol transport is a form of receptor mediated endocytosis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1752600"/>
            <a:ext cx="7600950" cy="4343400"/>
          </a:xfrm>
          <a:prstGeom prst="rect">
            <a:avLst/>
          </a:prstGeom>
        </p:spPr>
      </p:pic>
      <p:sp>
        <p:nvSpPr>
          <p:cNvPr id="3" name="Line 6"/>
          <p:cNvSpPr>
            <a:spLocks noChangeShapeType="1"/>
          </p:cNvSpPr>
          <p:nvPr/>
        </p:nvSpPr>
        <p:spPr bwMode="auto">
          <a:xfrm>
            <a:off x="182563" y="1095375"/>
            <a:ext cx="8775700" cy="0"/>
          </a:xfrm>
          <a:prstGeom prst="line">
            <a:avLst/>
          </a:prstGeom>
          <a:noFill/>
          <a:ln w="76200">
            <a:solidFill>
              <a:srgbClr val="9D0016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FB2961B-1763-C346-8665-278E59069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>
                <a:latin typeface="Arial" charset="0"/>
              </a:rPr>
              <a:t>WHY DOES THIS MATTER?</a:t>
            </a:r>
            <a:br>
              <a:rPr lang="en-US" sz="4800" dirty="0">
                <a:latin typeface="Arial" charset="0"/>
              </a:rPr>
            </a:b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33469398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6"/>
          <p:cNvSpPr>
            <a:spLocks noChangeShapeType="1"/>
          </p:cNvSpPr>
          <p:nvPr/>
        </p:nvSpPr>
        <p:spPr bwMode="auto">
          <a:xfrm>
            <a:off x="182563" y="1095375"/>
            <a:ext cx="8775700" cy="0"/>
          </a:xfrm>
          <a:prstGeom prst="line">
            <a:avLst/>
          </a:prstGeom>
          <a:noFill/>
          <a:ln w="76200">
            <a:solidFill>
              <a:srgbClr val="9D0016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>
              <a:latin typeface="+mj-ea"/>
              <a:ea typeface="+mj-ea"/>
            </a:endParaRPr>
          </a:p>
        </p:txBody>
      </p:sp>
      <p:pic>
        <p:nvPicPr>
          <p:cNvPr id="6" name="Picture 5" descr="The cell"/>
          <p:cNvPicPr>
            <a:picLocks noChangeAspect="1"/>
          </p:cNvPicPr>
          <p:nvPr/>
        </p:nvPicPr>
        <p:blipFill rotWithShape="1">
          <a:blip r:embed="rId3"/>
          <a:srcRect l="2108" t="1021" r="1398" b="12620"/>
          <a:stretch/>
        </p:blipFill>
        <p:spPr>
          <a:xfrm>
            <a:off x="5761388" y="3857874"/>
            <a:ext cx="3267127" cy="2923926"/>
          </a:xfrm>
          <a:prstGeom prst="rect">
            <a:avLst/>
          </a:prstGeom>
        </p:spPr>
      </p:pic>
      <p:sp>
        <p:nvSpPr>
          <p:cNvPr id="7" name="Freeform 6"/>
          <p:cNvSpPr/>
          <p:nvPr/>
        </p:nvSpPr>
        <p:spPr>
          <a:xfrm>
            <a:off x="5791200" y="3891053"/>
            <a:ext cx="3262784" cy="2819400"/>
          </a:xfrm>
          <a:custGeom>
            <a:avLst/>
            <a:gdLst>
              <a:gd name="connsiteX0" fmla="*/ 4511430 w 5814732"/>
              <a:gd name="connsiteY0" fmla="*/ 87390 h 5121631"/>
              <a:gd name="connsiteX1" fmla="*/ 4812192 w 5814732"/>
              <a:gd name="connsiteY1" fmla="*/ 87390 h 5121631"/>
              <a:gd name="connsiteX2" fmla="*/ 4912446 w 5814732"/>
              <a:gd name="connsiteY2" fmla="*/ 120813 h 5121631"/>
              <a:gd name="connsiteX3" fmla="*/ 5012700 w 5814732"/>
              <a:gd name="connsiteY3" fmla="*/ 187659 h 5121631"/>
              <a:gd name="connsiteX4" fmla="*/ 5196499 w 5814732"/>
              <a:gd name="connsiteY4" fmla="*/ 237794 h 5121631"/>
              <a:gd name="connsiteX5" fmla="*/ 5213208 w 5814732"/>
              <a:gd name="connsiteY5" fmla="*/ 287929 h 5121631"/>
              <a:gd name="connsiteX6" fmla="*/ 5313462 w 5814732"/>
              <a:gd name="connsiteY6" fmla="*/ 338063 h 5121631"/>
              <a:gd name="connsiteX7" fmla="*/ 5363589 w 5814732"/>
              <a:gd name="connsiteY7" fmla="*/ 371486 h 5121631"/>
              <a:gd name="connsiteX8" fmla="*/ 5463843 w 5814732"/>
              <a:gd name="connsiteY8" fmla="*/ 404909 h 5121631"/>
              <a:gd name="connsiteX9" fmla="*/ 5497261 w 5814732"/>
              <a:gd name="connsiteY9" fmla="*/ 438333 h 5121631"/>
              <a:gd name="connsiteX10" fmla="*/ 5547388 w 5814732"/>
              <a:gd name="connsiteY10" fmla="*/ 471756 h 5121631"/>
              <a:gd name="connsiteX11" fmla="*/ 5614224 w 5814732"/>
              <a:gd name="connsiteY11" fmla="*/ 555313 h 5121631"/>
              <a:gd name="connsiteX12" fmla="*/ 5630933 w 5814732"/>
              <a:gd name="connsiteY12" fmla="*/ 605448 h 5121631"/>
              <a:gd name="connsiteX13" fmla="*/ 5714478 w 5814732"/>
              <a:gd name="connsiteY13" fmla="*/ 689006 h 5121631"/>
              <a:gd name="connsiteX14" fmla="*/ 5747896 w 5814732"/>
              <a:gd name="connsiteY14" fmla="*/ 805986 h 5121631"/>
              <a:gd name="connsiteX15" fmla="*/ 5764605 w 5814732"/>
              <a:gd name="connsiteY15" fmla="*/ 856121 h 5121631"/>
              <a:gd name="connsiteX16" fmla="*/ 5781314 w 5814732"/>
              <a:gd name="connsiteY16" fmla="*/ 1073371 h 5121631"/>
              <a:gd name="connsiteX17" fmla="*/ 5814732 w 5814732"/>
              <a:gd name="connsiteY17" fmla="*/ 1173640 h 5121631"/>
              <a:gd name="connsiteX18" fmla="*/ 5781314 w 5814732"/>
              <a:gd name="connsiteY18" fmla="*/ 1741833 h 5121631"/>
              <a:gd name="connsiteX19" fmla="*/ 5747896 w 5814732"/>
              <a:gd name="connsiteY19" fmla="*/ 1875525 h 5121631"/>
              <a:gd name="connsiteX20" fmla="*/ 5731187 w 5814732"/>
              <a:gd name="connsiteY20" fmla="*/ 2092775 h 5121631"/>
              <a:gd name="connsiteX21" fmla="*/ 5697769 w 5814732"/>
              <a:gd name="connsiteY21" fmla="*/ 2193045 h 5121631"/>
              <a:gd name="connsiteX22" fmla="*/ 5681060 w 5814732"/>
              <a:gd name="connsiteY22" fmla="*/ 2243179 h 5121631"/>
              <a:gd name="connsiteX23" fmla="*/ 5664351 w 5814732"/>
              <a:gd name="connsiteY23" fmla="*/ 2360160 h 5121631"/>
              <a:gd name="connsiteX24" fmla="*/ 5597515 w 5814732"/>
              <a:gd name="connsiteY24" fmla="*/ 2527276 h 5121631"/>
              <a:gd name="connsiteX25" fmla="*/ 5580806 w 5814732"/>
              <a:gd name="connsiteY25" fmla="*/ 2577410 h 5121631"/>
              <a:gd name="connsiteX26" fmla="*/ 5480552 w 5814732"/>
              <a:gd name="connsiteY26" fmla="*/ 2711103 h 5121631"/>
              <a:gd name="connsiteX27" fmla="*/ 5447134 w 5814732"/>
              <a:gd name="connsiteY27" fmla="*/ 2761237 h 5121631"/>
              <a:gd name="connsiteX28" fmla="*/ 5330171 w 5814732"/>
              <a:gd name="connsiteY28" fmla="*/ 2828083 h 5121631"/>
              <a:gd name="connsiteX29" fmla="*/ 5263335 w 5814732"/>
              <a:gd name="connsiteY29" fmla="*/ 2878218 h 5121631"/>
              <a:gd name="connsiteX30" fmla="*/ 5196499 w 5814732"/>
              <a:gd name="connsiteY30" fmla="*/ 2945064 h 5121631"/>
              <a:gd name="connsiteX31" fmla="*/ 5112954 w 5814732"/>
              <a:gd name="connsiteY31" fmla="*/ 3011910 h 5121631"/>
              <a:gd name="connsiteX32" fmla="*/ 5079536 w 5814732"/>
              <a:gd name="connsiteY32" fmla="*/ 3078757 h 5121631"/>
              <a:gd name="connsiteX33" fmla="*/ 5012700 w 5814732"/>
              <a:gd name="connsiteY33" fmla="*/ 3112180 h 5121631"/>
              <a:gd name="connsiteX34" fmla="*/ 4845610 w 5814732"/>
              <a:gd name="connsiteY34" fmla="*/ 3145603 h 5121631"/>
              <a:gd name="connsiteX35" fmla="*/ 4795483 w 5814732"/>
              <a:gd name="connsiteY35" fmla="*/ 3179026 h 5121631"/>
              <a:gd name="connsiteX36" fmla="*/ 4645102 w 5814732"/>
              <a:gd name="connsiteY36" fmla="*/ 3245872 h 5121631"/>
              <a:gd name="connsiteX37" fmla="*/ 4611684 w 5814732"/>
              <a:gd name="connsiteY37" fmla="*/ 3296007 h 5121631"/>
              <a:gd name="connsiteX38" fmla="*/ 4561557 w 5814732"/>
              <a:gd name="connsiteY38" fmla="*/ 3312718 h 5121631"/>
              <a:gd name="connsiteX39" fmla="*/ 4511430 w 5814732"/>
              <a:gd name="connsiteY39" fmla="*/ 3346141 h 5121631"/>
              <a:gd name="connsiteX40" fmla="*/ 4361049 w 5814732"/>
              <a:gd name="connsiteY40" fmla="*/ 3379564 h 5121631"/>
              <a:gd name="connsiteX41" fmla="*/ 4310922 w 5814732"/>
              <a:gd name="connsiteY41" fmla="*/ 3396276 h 5121631"/>
              <a:gd name="connsiteX42" fmla="*/ 4210668 w 5814732"/>
              <a:gd name="connsiteY42" fmla="*/ 3463122 h 5121631"/>
              <a:gd name="connsiteX43" fmla="*/ 4177250 w 5814732"/>
              <a:gd name="connsiteY43" fmla="*/ 3513257 h 5121631"/>
              <a:gd name="connsiteX44" fmla="*/ 4093705 w 5814732"/>
              <a:gd name="connsiteY44" fmla="*/ 3596814 h 5121631"/>
              <a:gd name="connsiteX45" fmla="*/ 4076996 w 5814732"/>
              <a:gd name="connsiteY45" fmla="*/ 3646949 h 5121631"/>
              <a:gd name="connsiteX46" fmla="*/ 3943324 w 5814732"/>
              <a:gd name="connsiteY46" fmla="*/ 3880911 h 5121631"/>
              <a:gd name="connsiteX47" fmla="*/ 3893197 w 5814732"/>
              <a:gd name="connsiteY47" fmla="*/ 3914334 h 5121631"/>
              <a:gd name="connsiteX48" fmla="*/ 3843070 w 5814732"/>
              <a:gd name="connsiteY48" fmla="*/ 4014603 h 5121631"/>
              <a:gd name="connsiteX49" fmla="*/ 3792943 w 5814732"/>
              <a:gd name="connsiteY49" fmla="*/ 4114872 h 5121631"/>
              <a:gd name="connsiteX50" fmla="*/ 3726107 w 5814732"/>
              <a:gd name="connsiteY50" fmla="*/ 4148295 h 5121631"/>
              <a:gd name="connsiteX51" fmla="*/ 3675980 w 5814732"/>
              <a:gd name="connsiteY51" fmla="*/ 4181718 h 5121631"/>
              <a:gd name="connsiteX52" fmla="*/ 3592435 w 5814732"/>
              <a:gd name="connsiteY52" fmla="*/ 4315411 h 5121631"/>
              <a:gd name="connsiteX53" fmla="*/ 3525599 w 5814732"/>
              <a:gd name="connsiteY53" fmla="*/ 4432392 h 5121631"/>
              <a:gd name="connsiteX54" fmla="*/ 3475472 w 5814732"/>
              <a:gd name="connsiteY54" fmla="*/ 4482526 h 5121631"/>
              <a:gd name="connsiteX55" fmla="*/ 3425345 w 5814732"/>
              <a:gd name="connsiteY55" fmla="*/ 4499238 h 5121631"/>
              <a:gd name="connsiteX56" fmla="*/ 3274964 w 5814732"/>
              <a:gd name="connsiteY56" fmla="*/ 4582795 h 5121631"/>
              <a:gd name="connsiteX57" fmla="*/ 3241546 w 5814732"/>
              <a:gd name="connsiteY57" fmla="*/ 4616219 h 5121631"/>
              <a:gd name="connsiteX58" fmla="*/ 3191419 w 5814732"/>
              <a:gd name="connsiteY58" fmla="*/ 4649642 h 5121631"/>
              <a:gd name="connsiteX59" fmla="*/ 3158001 w 5814732"/>
              <a:gd name="connsiteY59" fmla="*/ 4699776 h 5121631"/>
              <a:gd name="connsiteX60" fmla="*/ 3107874 w 5814732"/>
              <a:gd name="connsiteY60" fmla="*/ 4716488 h 5121631"/>
              <a:gd name="connsiteX61" fmla="*/ 2990911 w 5814732"/>
              <a:gd name="connsiteY61" fmla="*/ 4766622 h 5121631"/>
              <a:gd name="connsiteX62" fmla="*/ 2823821 w 5814732"/>
              <a:gd name="connsiteY62" fmla="*/ 4833469 h 5121631"/>
              <a:gd name="connsiteX63" fmla="*/ 2773694 w 5814732"/>
              <a:gd name="connsiteY63" fmla="*/ 4850180 h 5121631"/>
              <a:gd name="connsiteX64" fmla="*/ 2589895 w 5814732"/>
              <a:gd name="connsiteY64" fmla="*/ 4883603 h 5121631"/>
              <a:gd name="connsiteX65" fmla="*/ 2489641 w 5814732"/>
              <a:gd name="connsiteY65" fmla="*/ 4933738 h 5121631"/>
              <a:gd name="connsiteX66" fmla="*/ 2439514 w 5814732"/>
              <a:gd name="connsiteY66" fmla="*/ 4950449 h 5121631"/>
              <a:gd name="connsiteX67" fmla="*/ 2406096 w 5814732"/>
              <a:gd name="connsiteY67" fmla="*/ 4983873 h 5121631"/>
              <a:gd name="connsiteX68" fmla="*/ 2222297 w 5814732"/>
              <a:gd name="connsiteY68" fmla="*/ 5034007 h 5121631"/>
              <a:gd name="connsiteX69" fmla="*/ 2122043 w 5814732"/>
              <a:gd name="connsiteY69" fmla="*/ 5067430 h 5121631"/>
              <a:gd name="connsiteX70" fmla="*/ 2071916 w 5814732"/>
              <a:gd name="connsiteY70" fmla="*/ 5100853 h 5121631"/>
              <a:gd name="connsiteX71" fmla="*/ 1119503 w 5814732"/>
              <a:gd name="connsiteY71" fmla="*/ 5067430 h 5121631"/>
              <a:gd name="connsiteX72" fmla="*/ 1069376 w 5814732"/>
              <a:gd name="connsiteY72" fmla="*/ 5034007 h 5121631"/>
              <a:gd name="connsiteX73" fmla="*/ 935704 w 5814732"/>
              <a:gd name="connsiteY73" fmla="*/ 5017296 h 5121631"/>
              <a:gd name="connsiteX74" fmla="*/ 868868 w 5814732"/>
              <a:gd name="connsiteY74" fmla="*/ 5000584 h 5121631"/>
              <a:gd name="connsiteX75" fmla="*/ 768614 w 5814732"/>
              <a:gd name="connsiteY75" fmla="*/ 4967161 h 5121631"/>
              <a:gd name="connsiteX76" fmla="*/ 651651 w 5814732"/>
              <a:gd name="connsiteY76" fmla="*/ 4917026 h 5121631"/>
              <a:gd name="connsiteX77" fmla="*/ 517979 w 5814732"/>
              <a:gd name="connsiteY77" fmla="*/ 4800046 h 5121631"/>
              <a:gd name="connsiteX78" fmla="*/ 434434 w 5814732"/>
              <a:gd name="connsiteY78" fmla="*/ 4749911 h 5121631"/>
              <a:gd name="connsiteX79" fmla="*/ 401016 w 5814732"/>
              <a:gd name="connsiteY79" fmla="*/ 4699776 h 5121631"/>
              <a:gd name="connsiteX80" fmla="*/ 350889 w 5814732"/>
              <a:gd name="connsiteY80" fmla="*/ 4683065 h 5121631"/>
              <a:gd name="connsiteX81" fmla="*/ 317471 w 5814732"/>
              <a:gd name="connsiteY81" fmla="*/ 4616219 h 5121631"/>
              <a:gd name="connsiteX82" fmla="*/ 284053 w 5814732"/>
              <a:gd name="connsiteY82" fmla="*/ 4566084 h 5121631"/>
              <a:gd name="connsiteX83" fmla="*/ 183799 w 5814732"/>
              <a:gd name="connsiteY83" fmla="*/ 4332122 h 5121631"/>
              <a:gd name="connsiteX84" fmla="*/ 150381 w 5814732"/>
              <a:gd name="connsiteY84" fmla="*/ 4281988 h 5121631"/>
              <a:gd name="connsiteX85" fmla="*/ 100254 w 5814732"/>
              <a:gd name="connsiteY85" fmla="*/ 4131584 h 5121631"/>
              <a:gd name="connsiteX86" fmla="*/ 83545 w 5814732"/>
              <a:gd name="connsiteY86" fmla="*/ 4081449 h 5121631"/>
              <a:gd name="connsiteX87" fmla="*/ 50127 w 5814732"/>
              <a:gd name="connsiteY87" fmla="*/ 3947757 h 5121631"/>
              <a:gd name="connsiteX88" fmla="*/ 33418 w 5814732"/>
              <a:gd name="connsiteY88" fmla="*/ 3797353 h 5121631"/>
              <a:gd name="connsiteX89" fmla="*/ 16709 w 5814732"/>
              <a:gd name="connsiteY89" fmla="*/ 3747218 h 5121631"/>
              <a:gd name="connsiteX90" fmla="*/ 0 w 5814732"/>
              <a:gd name="connsiteY90" fmla="*/ 3529968 h 5121631"/>
              <a:gd name="connsiteX91" fmla="*/ 16709 w 5814732"/>
              <a:gd name="connsiteY91" fmla="*/ 3128891 h 5121631"/>
              <a:gd name="connsiteX92" fmla="*/ 50127 w 5814732"/>
              <a:gd name="connsiteY92" fmla="*/ 3062045 h 5121631"/>
              <a:gd name="connsiteX93" fmla="*/ 66836 w 5814732"/>
              <a:gd name="connsiteY93" fmla="*/ 2995199 h 5121631"/>
              <a:gd name="connsiteX94" fmla="*/ 100254 w 5814732"/>
              <a:gd name="connsiteY94" fmla="*/ 2828083 h 5121631"/>
              <a:gd name="connsiteX95" fmla="*/ 133672 w 5814732"/>
              <a:gd name="connsiteY95" fmla="*/ 2777949 h 5121631"/>
              <a:gd name="connsiteX96" fmla="*/ 217217 w 5814732"/>
              <a:gd name="connsiteY96" fmla="*/ 2610833 h 5121631"/>
              <a:gd name="connsiteX97" fmla="*/ 233926 w 5814732"/>
              <a:gd name="connsiteY97" fmla="*/ 2560699 h 5121631"/>
              <a:gd name="connsiteX98" fmla="*/ 300762 w 5814732"/>
              <a:gd name="connsiteY98" fmla="*/ 2460429 h 5121631"/>
              <a:gd name="connsiteX99" fmla="*/ 317471 w 5814732"/>
              <a:gd name="connsiteY99" fmla="*/ 2393583 h 5121631"/>
              <a:gd name="connsiteX100" fmla="*/ 334180 w 5814732"/>
              <a:gd name="connsiteY100" fmla="*/ 2310025 h 5121631"/>
              <a:gd name="connsiteX101" fmla="*/ 384307 w 5814732"/>
              <a:gd name="connsiteY101" fmla="*/ 2243179 h 5121631"/>
              <a:gd name="connsiteX102" fmla="*/ 467852 w 5814732"/>
              <a:gd name="connsiteY102" fmla="*/ 2159622 h 5121631"/>
              <a:gd name="connsiteX103" fmla="*/ 484561 w 5814732"/>
              <a:gd name="connsiteY103" fmla="*/ 2109487 h 5121631"/>
              <a:gd name="connsiteX104" fmla="*/ 534688 w 5814732"/>
              <a:gd name="connsiteY104" fmla="*/ 2076064 h 5121631"/>
              <a:gd name="connsiteX105" fmla="*/ 584815 w 5814732"/>
              <a:gd name="connsiteY105" fmla="*/ 2025929 h 5121631"/>
              <a:gd name="connsiteX106" fmla="*/ 651651 w 5814732"/>
              <a:gd name="connsiteY106" fmla="*/ 1925660 h 5121631"/>
              <a:gd name="connsiteX107" fmla="*/ 668360 w 5814732"/>
              <a:gd name="connsiteY107" fmla="*/ 1875525 h 5121631"/>
              <a:gd name="connsiteX108" fmla="*/ 718487 w 5814732"/>
              <a:gd name="connsiteY108" fmla="*/ 1858814 h 5121631"/>
              <a:gd name="connsiteX109" fmla="*/ 818741 w 5814732"/>
              <a:gd name="connsiteY109" fmla="*/ 1808679 h 5121631"/>
              <a:gd name="connsiteX110" fmla="*/ 918995 w 5814732"/>
              <a:gd name="connsiteY110" fmla="*/ 1758545 h 5121631"/>
              <a:gd name="connsiteX111" fmla="*/ 1069376 w 5814732"/>
              <a:gd name="connsiteY111" fmla="*/ 1725121 h 5121631"/>
              <a:gd name="connsiteX112" fmla="*/ 1169630 w 5814732"/>
              <a:gd name="connsiteY112" fmla="*/ 1658275 h 5121631"/>
              <a:gd name="connsiteX113" fmla="*/ 1269884 w 5814732"/>
              <a:gd name="connsiteY113" fmla="*/ 1624852 h 5121631"/>
              <a:gd name="connsiteX114" fmla="*/ 1320011 w 5814732"/>
              <a:gd name="connsiteY114" fmla="*/ 1591429 h 5121631"/>
              <a:gd name="connsiteX115" fmla="*/ 1520519 w 5814732"/>
              <a:gd name="connsiteY115" fmla="*/ 1558006 h 5121631"/>
              <a:gd name="connsiteX116" fmla="*/ 1637482 w 5814732"/>
              <a:gd name="connsiteY116" fmla="*/ 1441025 h 5121631"/>
              <a:gd name="connsiteX117" fmla="*/ 1637482 w 5814732"/>
              <a:gd name="connsiteY117" fmla="*/ 1441025 h 5121631"/>
              <a:gd name="connsiteX118" fmla="*/ 1737736 w 5814732"/>
              <a:gd name="connsiteY118" fmla="*/ 1357467 h 5121631"/>
              <a:gd name="connsiteX119" fmla="*/ 1837990 w 5814732"/>
              <a:gd name="connsiteY119" fmla="*/ 1290621 h 5121631"/>
              <a:gd name="connsiteX120" fmla="*/ 1888117 w 5814732"/>
              <a:gd name="connsiteY120" fmla="*/ 1257198 h 5121631"/>
              <a:gd name="connsiteX121" fmla="*/ 1938244 w 5814732"/>
              <a:gd name="connsiteY121" fmla="*/ 1240487 h 5121631"/>
              <a:gd name="connsiteX122" fmla="*/ 1988371 w 5814732"/>
              <a:gd name="connsiteY122" fmla="*/ 1207064 h 5121631"/>
              <a:gd name="connsiteX123" fmla="*/ 2122043 w 5814732"/>
              <a:gd name="connsiteY123" fmla="*/ 1106794 h 5121631"/>
              <a:gd name="connsiteX124" fmla="*/ 2322551 w 5814732"/>
              <a:gd name="connsiteY124" fmla="*/ 1073371 h 5121631"/>
              <a:gd name="connsiteX125" fmla="*/ 2372678 w 5814732"/>
              <a:gd name="connsiteY125" fmla="*/ 1039948 h 5121631"/>
              <a:gd name="connsiteX126" fmla="*/ 2422805 w 5814732"/>
              <a:gd name="connsiteY126" fmla="*/ 989813 h 5121631"/>
              <a:gd name="connsiteX127" fmla="*/ 2489641 w 5814732"/>
              <a:gd name="connsiteY127" fmla="*/ 956390 h 5121631"/>
              <a:gd name="connsiteX128" fmla="*/ 2589895 w 5814732"/>
              <a:gd name="connsiteY128" fmla="*/ 906256 h 5121631"/>
              <a:gd name="connsiteX129" fmla="*/ 2673440 w 5814732"/>
              <a:gd name="connsiteY129" fmla="*/ 839410 h 5121631"/>
              <a:gd name="connsiteX130" fmla="*/ 2706858 w 5814732"/>
              <a:gd name="connsiteY130" fmla="*/ 805986 h 5121631"/>
              <a:gd name="connsiteX131" fmla="*/ 2756985 w 5814732"/>
              <a:gd name="connsiteY131" fmla="*/ 772563 h 5121631"/>
              <a:gd name="connsiteX132" fmla="*/ 2790403 w 5814732"/>
              <a:gd name="connsiteY132" fmla="*/ 722429 h 5121631"/>
              <a:gd name="connsiteX133" fmla="*/ 2957493 w 5814732"/>
              <a:gd name="connsiteY133" fmla="*/ 588736 h 5121631"/>
              <a:gd name="connsiteX134" fmla="*/ 3024329 w 5814732"/>
              <a:gd name="connsiteY134" fmla="*/ 488467 h 5121631"/>
              <a:gd name="connsiteX135" fmla="*/ 3107874 w 5814732"/>
              <a:gd name="connsiteY135" fmla="*/ 404909 h 5121631"/>
              <a:gd name="connsiteX136" fmla="*/ 3208128 w 5814732"/>
              <a:gd name="connsiteY136" fmla="*/ 321352 h 5121631"/>
              <a:gd name="connsiteX137" fmla="*/ 3224837 w 5814732"/>
              <a:gd name="connsiteY137" fmla="*/ 271217 h 5121631"/>
              <a:gd name="connsiteX138" fmla="*/ 3274964 w 5814732"/>
              <a:gd name="connsiteY138" fmla="*/ 237794 h 5121631"/>
              <a:gd name="connsiteX139" fmla="*/ 3442054 w 5814732"/>
              <a:gd name="connsiteY139" fmla="*/ 154236 h 5121631"/>
              <a:gd name="connsiteX140" fmla="*/ 3592435 w 5814732"/>
              <a:gd name="connsiteY140" fmla="*/ 104102 h 5121631"/>
              <a:gd name="connsiteX141" fmla="*/ 3642562 w 5814732"/>
              <a:gd name="connsiteY141" fmla="*/ 87390 h 5121631"/>
              <a:gd name="connsiteX142" fmla="*/ 3776234 w 5814732"/>
              <a:gd name="connsiteY142" fmla="*/ 53967 h 5121631"/>
              <a:gd name="connsiteX143" fmla="*/ 3843070 w 5814732"/>
              <a:gd name="connsiteY143" fmla="*/ 37255 h 5121631"/>
              <a:gd name="connsiteX144" fmla="*/ 3943324 w 5814732"/>
              <a:gd name="connsiteY144" fmla="*/ 20544 h 5121631"/>
              <a:gd name="connsiteX145" fmla="*/ 4594975 w 5814732"/>
              <a:gd name="connsiteY145" fmla="*/ 53967 h 51216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</a:cxnLst>
            <a:rect l="l" t="t" r="r" b="b"/>
            <a:pathLst>
              <a:path w="5814732" h="5121631">
                <a:moveTo>
                  <a:pt x="4511430" y="87390"/>
                </a:moveTo>
                <a:cubicBezTo>
                  <a:pt x="4644459" y="60781"/>
                  <a:pt x="4622211" y="57389"/>
                  <a:pt x="4812192" y="87390"/>
                </a:cubicBezTo>
                <a:cubicBezTo>
                  <a:pt x="4846987" y="92885"/>
                  <a:pt x="4912446" y="120813"/>
                  <a:pt x="4912446" y="120813"/>
                </a:cubicBezTo>
                <a:cubicBezTo>
                  <a:pt x="4945864" y="143095"/>
                  <a:pt x="4974596" y="174956"/>
                  <a:pt x="5012700" y="187659"/>
                </a:cubicBezTo>
                <a:cubicBezTo>
                  <a:pt x="5139896" y="230064"/>
                  <a:pt x="5078412" y="214172"/>
                  <a:pt x="5196499" y="237794"/>
                </a:cubicBezTo>
                <a:cubicBezTo>
                  <a:pt x="5202069" y="254506"/>
                  <a:pt x="5202205" y="274173"/>
                  <a:pt x="5213208" y="287929"/>
                </a:cubicBezTo>
                <a:cubicBezTo>
                  <a:pt x="5236765" y="317380"/>
                  <a:pt x="5280438" y="327054"/>
                  <a:pt x="5313462" y="338063"/>
                </a:cubicBezTo>
                <a:cubicBezTo>
                  <a:pt x="5330171" y="349204"/>
                  <a:pt x="5345238" y="363329"/>
                  <a:pt x="5363589" y="371486"/>
                </a:cubicBezTo>
                <a:cubicBezTo>
                  <a:pt x="5395778" y="385794"/>
                  <a:pt x="5463843" y="404909"/>
                  <a:pt x="5463843" y="404909"/>
                </a:cubicBezTo>
                <a:cubicBezTo>
                  <a:pt x="5474982" y="416050"/>
                  <a:pt x="5484959" y="428490"/>
                  <a:pt x="5497261" y="438333"/>
                </a:cubicBezTo>
                <a:cubicBezTo>
                  <a:pt x="5512942" y="450880"/>
                  <a:pt x="5534844" y="456073"/>
                  <a:pt x="5547388" y="471756"/>
                </a:cubicBezTo>
                <a:cubicBezTo>
                  <a:pt x="5639624" y="587067"/>
                  <a:pt x="5470574" y="459532"/>
                  <a:pt x="5614224" y="555313"/>
                </a:cubicBezTo>
                <a:cubicBezTo>
                  <a:pt x="5619794" y="572025"/>
                  <a:pt x="5619930" y="591692"/>
                  <a:pt x="5630933" y="605448"/>
                </a:cubicBezTo>
                <a:cubicBezTo>
                  <a:pt x="5720054" y="716866"/>
                  <a:pt x="5647636" y="555303"/>
                  <a:pt x="5714478" y="689006"/>
                </a:cubicBezTo>
                <a:cubicBezTo>
                  <a:pt x="5727833" y="715719"/>
                  <a:pt x="5740758" y="780999"/>
                  <a:pt x="5747896" y="805986"/>
                </a:cubicBezTo>
                <a:cubicBezTo>
                  <a:pt x="5752735" y="822924"/>
                  <a:pt x="5759035" y="839409"/>
                  <a:pt x="5764605" y="856121"/>
                </a:cubicBezTo>
                <a:cubicBezTo>
                  <a:pt x="5770175" y="928538"/>
                  <a:pt x="5769988" y="1001629"/>
                  <a:pt x="5781314" y="1073371"/>
                </a:cubicBezTo>
                <a:cubicBezTo>
                  <a:pt x="5786808" y="1108170"/>
                  <a:pt x="5814732" y="1173640"/>
                  <a:pt x="5814732" y="1173640"/>
                </a:cubicBezTo>
                <a:cubicBezTo>
                  <a:pt x="5803593" y="1363038"/>
                  <a:pt x="5799299" y="1552962"/>
                  <a:pt x="5781314" y="1741833"/>
                </a:cubicBezTo>
                <a:cubicBezTo>
                  <a:pt x="5776960" y="1787561"/>
                  <a:pt x="5747896" y="1875525"/>
                  <a:pt x="5747896" y="1875525"/>
                </a:cubicBezTo>
                <a:cubicBezTo>
                  <a:pt x="5742326" y="1947942"/>
                  <a:pt x="5742513" y="2021033"/>
                  <a:pt x="5731187" y="2092775"/>
                </a:cubicBezTo>
                <a:cubicBezTo>
                  <a:pt x="5725693" y="2127575"/>
                  <a:pt x="5708908" y="2159622"/>
                  <a:pt x="5697769" y="2193045"/>
                </a:cubicBezTo>
                <a:lnTo>
                  <a:pt x="5681060" y="2243179"/>
                </a:lnTo>
                <a:cubicBezTo>
                  <a:pt x="5675490" y="2282173"/>
                  <a:pt x="5673207" y="2321779"/>
                  <a:pt x="5664351" y="2360160"/>
                </a:cubicBezTo>
                <a:cubicBezTo>
                  <a:pt x="5638997" y="2470043"/>
                  <a:pt x="5635415" y="2438830"/>
                  <a:pt x="5597515" y="2527276"/>
                </a:cubicBezTo>
                <a:cubicBezTo>
                  <a:pt x="5590577" y="2543467"/>
                  <a:pt x="5589360" y="2562011"/>
                  <a:pt x="5580806" y="2577410"/>
                </a:cubicBezTo>
                <a:cubicBezTo>
                  <a:pt x="5474819" y="2768215"/>
                  <a:pt x="5554299" y="2618905"/>
                  <a:pt x="5480552" y="2711103"/>
                </a:cubicBezTo>
                <a:cubicBezTo>
                  <a:pt x="5468007" y="2726787"/>
                  <a:pt x="5461334" y="2747035"/>
                  <a:pt x="5447134" y="2761237"/>
                </a:cubicBezTo>
                <a:cubicBezTo>
                  <a:pt x="5416472" y="2791904"/>
                  <a:pt x="5365121" y="2806236"/>
                  <a:pt x="5330171" y="2828083"/>
                </a:cubicBezTo>
                <a:cubicBezTo>
                  <a:pt x="5306555" y="2842845"/>
                  <a:pt x="5285614" y="2861506"/>
                  <a:pt x="5263335" y="2878218"/>
                </a:cubicBezTo>
                <a:cubicBezTo>
                  <a:pt x="5226877" y="2987609"/>
                  <a:pt x="5277515" y="2880241"/>
                  <a:pt x="5196499" y="2945064"/>
                </a:cubicBezTo>
                <a:cubicBezTo>
                  <a:pt x="5088532" y="3031451"/>
                  <a:pt x="5238945" y="2969908"/>
                  <a:pt x="5112954" y="3011910"/>
                </a:cubicBezTo>
                <a:cubicBezTo>
                  <a:pt x="5101815" y="3034192"/>
                  <a:pt x="5097150" y="3061140"/>
                  <a:pt x="5079536" y="3078757"/>
                </a:cubicBezTo>
                <a:cubicBezTo>
                  <a:pt x="5061924" y="3096372"/>
                  <a:pt x="5035595" y="3102367"/>
                  <a:pt x="5012700" y="3112180"/>
                </a:cubicBezTo>
                <a:cubicBezTo>
                  <a:pt x="4954377" y="3137179"/>
                  <a:pt x="4914793" y="3135718"/>
                  <a:pt x="4845610" y="3145603"/>
                </a:cubicBezTo>
                <a:cubicBezTo>
                  <a:pt x="4828901" y="3156744"/>
                  <a:pt x="4813834" y="3170869"/>
                  <a:pt x="4795483" y="3179026"/>
                </a:cubicBezTo>
                <a:cubicBezTo>
                  <a:pt x="4616524" y="3258575"/>
                  <a:pt x="4758546" y="3170231"/>
                  <a:pt x="4645102" y="3245872"/>
                </a:cubicBezTo>
                <a:cubicBezTo>
                  <a:pt x="4633963" y="3262584"/>
                  <a:pt x="4627366" y="3283460"/>
                  <a:pt x="4611684" y="3296007"/>
                </a:cubicBezTo>
                <a:cubicBezTo>
                  <a:pt x="4597931" y="3307011"/>
                  <a:pt x="4577310" y="3304840"/>
                  <a:pt x="4561557" y="3312718"/>
                </a:cubicBezTo>
                <a:cubicBezTo>
                  <a:pt x="4543595" y="3321700"/>
                  <a:pt x="4529392" y="3337159"/>
                  <a:pt x="4511430" y="3346141"/>
                </a:cubicBezTo>
                <a:cubicBezTo>
                  <a:pt x="4470294" y="3366712"/>
                  <a:pt x="4399561" y="3373145"/>
                  <a:pt x="4361049" y="3379564"/>
                </a:cubicBezTo>
                <a:cubicBezTo>
                  <a:pt x="4344340" y="3385135"/>
                  <a:pt x="4326318" y="3387721"/>
                  <a:pt x="4310922" y="3396276"/>
                </a:cubicBezTo>
                <a:cubicBezTo>
                  <a:pt x="4275813" y="3415784"/>
                  <a:pt x="4210668" y="3463122"/>
                  <a:pt x="4210668" y="3463122"/>
                </a:cubicBezTo>
                <a:cubicBezTo>
                  <a:pt x="4199529" y="3479834"/>
                  <a:pt x="4191450" y="3499054"/>
                  <a:pt x="4177250" y="3513257"/>
                </a:cubicBezTo>
                <a:cubicBezTo>
                  <a:pt x="4065853" y="3624672"/>
                  <a:pt x="4182825" y="3463116"/>
                  <a:pt x="4093705" y="3596814"/>
                </a:cubicBezTo>
                <a:cubicBezTo>
                  <a:pt x="4088135" y="3613526"/>
                  <a:pt x="4084284" y="3630912"/>
                  <a:pt x="4076996" y="3646949"/>
                </a:cubicBezTo>
                <a:cubicBezTo>
                  <a:pt x="4066943" y="3669069"/>
                  <a:pt x="3977533" y="3858101"/>
                  <a:pt x="3943324" y="3880911"/>
                </a:cubicBezTo>
                <a:lnTo>
                  <a:pt x="3893197" y="3914334"/>
                </a:lnTo>
                <a:cubicBezTo>
                  <a:pt x="3851197" y="4040351"/>
                  <a:pt x="3907853" y="3885016"/>
                  <a:pt x="3843070" y="4014603"/>
                </a:cubicBezTo>
                <a:cubicBezTo>
                  <a:pt x="3821891" y="4056967"/>
                  <a:pt x="3833987" y="4080663"/>
                  <a:pt x="3792943" y="4114872"/>
                </a:cubicBezTo>
                <a:cubicBezTo>
                  <a:pt x="3773808" y="4130820"/>
                  <a:pt x="3747733" y="4135935"/>
                  <a:pt x="3726107" y="4148295"/>
                </a:cubicBezTo>
                <a:cubicBezTo>
                  <a:pt x="3708671" y="4158260"/>
                  <a:pt x="3692689" y="4170577"/>
                  <a:pt x="3675980" y="4181718"/>
                </a:cubicBezTo>
                <a:cubicBezTo>
                  <a:pt x="3636212" y="4301040"/>
                  <a:pt x="3671874" y="4262443"/>
                  <a:pt x="3592435" y="4315411"/>
                </a:cubicBezTo>
                <a:cubicBezTo>
                  <a:pt x="3572008" y="4356271"/>
                  <a:pt x="3555120" y="4396962"/>
                  <a:pt x="3525599" y="4432392"/>
                </a:cubicBezTo>
                <a:cubicBezTo>
                  <a:pt x="3510472" y="4450548"/>
                  <a:pt x="3495134" y="4469416"/>
                  <a:pt x="3475472" y="4482526"/>
                </a:cubicBezTo>
                <a:cubicBezTo>
                  <a:pt x="3460818" y="4492297"/>
                  <a:pt x="3440741" y="4490683"/>
                  <a:pt x="3425345" y="4499238"/>
                </a:cubicBezTo>
                <a:cubicBezTo>
                  <a:pt x="3252988" y="4595007"/>
                  <a:pt x="3388387" y="4544983"/>
                  <a:pt x="3274964" y="4582795"/>
                </a:cubicBezTo>
                <a:cubicBezTo>
                  <a:pt x="3263825" y="4593936"/>
                  <a:pt x="3253848" y="4606376"/>
                  <a:pt x="3241546" y="4616219"/>
                </a:cubicBezTo>
                <a:cubicBezTo>
                  <a:pt x="3225865" y="4628766"/>
                  <a:pt x="3205619" y="4635440"/>
                  <a:pt x="3191419" y="4649642"/>
                </a:cubicBezTo>
                <a:cubicBezTo>
                  <a:pt x="3177219" y="4663844"/>
                  <a:pt x="3173683" y="4687229"/>
                  <a:pt x="3158001" y="4699776"/>
                </a:cubicBezTo>
                <a:cubicBezTo>
                  <a:pt x="3144248" y="4710780"/>
                  <a:pt x="3124063" y="4709549"/>
                  <a:pt x="3107874" y="4716488"/>
                </a:cubicBezTo>
                <a:cubicBezTo>
                  <a:pt x="2963356" y="4778434"/>
                  <a:pt x="3108458" y="4727435"/>
                  <a:pt x="2990911" y="4766622"/>
                </a:cubicBezTo>
                <a:cubicBezTo>
                  <a:pt x="2918633" y="4838913"/>
                  <a:pt x="2991393" y="4777605"/>
                  <a:pt x="2823821" y="4833469"/>
                </a:cubicBezTo>
                <a:cubicBezTo>
                  <a:pt x="2807112" y="4839039"/>
                  <a:pt x="2790888" y="4846359"/>
                  <a:pt x="2773694" y="4850180"/>
                </a:cubicBezTo>
                <a:cubicBezTo>
                  <a:pt x="2639673" y="4879967"/>
                  <a:pt x="2711484" y="4853201"/>
                  <a:pt x="2589895" y="4883603"/>
                </a:cubicBezTo>
                <a:cubicBezTo>
                  <a:pt x="2505900" y="4904605"/>
                  <a:pt x="2571316" y="4892895"/>
                  <a:pt x="2489641" y="4933738"/>
                </a:cubicBezTo>
                <a:cubicBezTo>
                  <a:pt x="2473888" y="4941616"/>
                  <a:pt x="2456223" y="4944879"/>
                  <a:pt x="2439514" y="4950449"/>
                </a:cubicBezTo>
                <a:cubicBezTo>
                  <a:pt x="2428375" y="4961590"/>
                  <a:pt x="2420187" y="4976826"/>
                  <a:pt x="2406096" y="4983873"/>
                </a:cubicBezTo>
                <a:cubicBezTo>
                  <a:pt x="2325307" y="5024274"/>
                  <a:pt x="2302970" y="5012002"/>
                  <a:pt x="2222297" y="5034007"/>
                </a:cubicBezTo>
                <a:cubicBezTo>
                  <a:pt x="2188312" y="5043277"/>
                  <a:pt x="2122043" y="5067430"/>
                  <a:pt x="2122043" y="5067430"/>
                </a:cubicBezTo>
                <a:cubicBezTo>
                  <a:pt x="2105334" y="5078571"/>
                  <a:pt x="2091995" y="5100494"/>
                  <a:pt x="2071916" y="5100853"/>
                </a:cubicBezTo>
                <a:cubicBezTo>
                  <a:pt x="1287941" y="5114855"/>
                  <a:pt x="1463077" y="5153339"/>
                  <a:pt x="1119503" y="5067430"/>
                </a:cubicBezTo>
                <a:cubicBezTo>
                  <a:pt x="1102794" y="5056289"/>
                  <a:pt x="1088751" y="5039292"/>
                  <a:pt x="1069376" y="5034007"/>
                </a:cubicBezTo>
                <a:cubicBezTo>
                  <a:pt x="1026054" y="5022190"/>
                  <a:pt x="979997" y="5024679"/>
                  <a:pt x="935704" y="5017296"/>
                </a:cubicBezTo>
                <a:cubicBezTo>
                  <a:pt x="913052" y="5013520"/>
                  <a:pt x="890864" y="5007184"/>
                  <a:pt x="868868" y="5000584"/>
                </a:cubicBezTo>
                <a:cubicBezTo>
                  <a:pt x="835128" y="4990460"/>
                  <a:pt x="800120" y="4982917"/>
                  <a:pt x="768614" y="4967161"/>
                </a:cubicBezTo>
                <a:cubicBezTo>
                  <a:pt x="686025" y="4925860"/>
                  <a:pt x="725408" y="4941616"/>
                  <a:pt x="651651" y="4917026"/>
                </a:cubicBezTo>
                <a:cubicBezTo>
                  <a:pt x="556959" y="4774967"/>
                  <a:pt x="712933" y="4995035"/>
                  <a:pt x="517979" y="4800046"/>
                </a:cubicBezTo>
                <a:cubicBezTo>
                  <a:pt x="472108" y="4754167"/>
                  <a:pt x="499507" y="4771605"/>
                  <a:pt x="434434" y="4749911"/>
                </a:cubicBezTo>
                <a:cubicBezTo>
                  <a:pt x="423295" y="4733199"/>
                  <a:pt x="416698" y="4712323"/>
                  <a:pt x="401016" y="4699776"/>
                </a:cubicBezTo>
                <a:cubicBezTo>
                  <a:pt x="387263" y="4688772"/>
                  <a:pt x="363342" y="4695520"/>
                  <a:pt x="350889" y="4683065"/>
                </a:cubicBezTo>
                <a:cubicBezTo>
                  <a:pt x="333275" y="4665449"/>
                  <a:pt x="329829" y="4637849"/>
                  <a:pt x="317471" y="4616219"/>
                </a:cubicBezTo>
                <a:cubicBezTo>
                  <a:pt x="307508" y="4598781"/>
                  <a:pt x="295192" y="4582796"/>
                  <a:pt x="284053" y="4566084"/>
                </a:cubicBezTo>
                <a:cubicBezTo>
                  <a:pt x="240895" y="4393425"/>
                  <a:pt x="276112" y="4470613"/>
                  <a:pt x="183799" y="4332122"/>
                </a:cubicBezTo>
                <a:lnTo>
                  <a:pt x="150381" y="4281988"/>
                </a:lnTo>
                <a:lnTo>
                  <a:pt x="100254" y="4131584"/>
                </a:lnTo>
                <a:cubicBezTo>
                  <a:pt x="94684" y="4114872"/>
                  <a:pt x="86999" y="4098722"/>
                  <a:pt x="83545" y="4081449"/>
                </a:cubicBezTo>
                <a:cubicBezTo>
                  <a:pt x="63382" y="3980618"/>
                  <a:pt x="75817" y="4024838"/>
                  <a:pt x="50127" y="3947757"/>
                </a:cubicBezTo>
                <a:cubicBezTo>
                  <a:pt x="44557" y="3897622"/>
                  <a:pt x="41710" y="3847110"/>
                  <a:pt x="33418" y="3797353"/>
                </a:cubicBezTo>
                <a:cubicBezTo>
                  <a:pt x="30522" y="3779977"/>
                  <a:pt x="18894" y="3764697"/>
                  <a:pt x="16709" y="3747218"/>
                </a:cubicBezTo>
                <a:cubicBezTo>
                  <a:pt x="7702" y="3675148"/>
                  <a:pt x="5570" y="3602385"/>
                  <a:pt x="0" y="3529968"/>
                </a:cubicBezTo>
                <a:cubicBezTo>
                  <a:pt x="5570" y="3396276"/>
                  <a:pt x="2456" y="3261938"/>
                  <a:pt x="16709" y="3128891"/>
                </a:cubicBezTo>
                <a:cubicBezTo>
                  <a:pt x="19362" y="3104121"/>
                  <a:pt x="41381" y="3085371"/>
                  <a:pt x="50127" y="3062045"/>
                </a:cubicBezTo>
                <a:cubicBezTo>
                  <a:pt x="58190" y="3040539"/>
                  <a:pt x="62332" y="3017721"/>
                  <a:pt x="66836" y="2995199"/>
                </a:cubicBezTo>
                <a:cubicBezTo>
                  <a:pt x="72019" y="2969282"/>
                  <a:pt x="85700" y="2862047"/>
                  <a:pt x="100254" y="2828083"/>
                </a:cubicBezTo>
                <a:cubicBezTo>
                  <a:pt x="108164" y="2809623"/>
                  <a:pt x="122533" y="2794660"/>
                  <a:pt x="133672" y="2777949"/>
                </a:cubicBezTo>
                <a:cubicBezTo>
                  <a:pt x="171960" y="2624773"/>
                  <a:pt x="128871" y="2669739"/>
                  <a:pt x="217217" y="2610833"/>
                </a:cubicBezTo>
                <a:cubicBezTo>
                  <a:pt x="222787" y="2594122"/>
                  <a:pt x="225372" y="2576098"/>
                  <a:pt x="233926" y="2560699"/>
                </a:cubicBezTo>
                <a:cubicBezTo>
                  <a:pt x="253431" y="2525585"/>
                  <a:pt x="300762" y="2460429"/>
                  <a:pt x="300762" y="2460429"/>
                </a:cubicBezTo>
                <a:cubicBezTo>
                  <a:pt x="306332" y="2438147"/>
                  <a:pt x="312489" y="2416004"/>
                  <a:pt x="317471" y="2393583"/>
                </a:cubicBezTo>
                <a:cubicBezTo>
                  <a:pt x="323632" y="2365855"/>
                  <a:pt x="322645" y="2335982"/>
                  <a:pt x="334180" y="2310025"/>
                </a:cubicBezTo>
                <a:cubicBezTo>
                  <a:pt x="345490" y="2284574"/>
                  <a:pt x="368120" y="2265843"/>
                  <a:pt x="384307" y="2243179"/>
                </a:cubicBezTo>
                <a:cubicBezTo>
                  <a:pt x="434939" y="2172284"/>
                  <a:pt x="394940" y="2208237"/>
                  <a:pt x="467852" y="2159622"/>
                </a:cubicBezTo>
                <a:cubicBezTo>
                  <a:pt x="473422" y="2142910"/>
                  <a:pt x="473558" y="2123243"/>
                  <a:pt x="484561" y="2109487"/>
                </a:cubicBezTo>
                <a:cubicBezTo>
                  <a:pt x="497105" y="2093804"/>
                  <a:pt x="519261" y="2088922"/>
                  <a:pt x="534688" y="2076064"/>
                </a:cubicBezTo>
                <a:cubicBezTo>
                  <a:pt x="552841" y="2060934"/>
                  <a:pt x="570308" y="2044584"/>
                  <a:pt x="584815" y="2025929"/>
                </a:cubicBezTo>
                <a:cubicBezTo>
                  <a:pt x="609473" y="1994221"/>
                  <a:pt x="638951" y="1963767"/>
                  <a:pt x="651651" y="1925660"/>
                </a:cubicBezTo>
                <a:cubicBezTo>
                  <a:pt x="657221" y="1908948"/>
                  <a:pt x="655905" y="1887982"/>
                  <a:pt x="668360" y="1875525"/>
                </a:cubicBezTo>
                <a:cubicBezTo>
                  <a:pt x="680813" y="1863070"/>
                  <a:pt x="701778" y="1864384"/>
                  <a:pt x="718487" y="1858814"/>
                </a:cubicBezTo>
                <a:cubicBezTo>
                  <a:pt x="862146" y="1763027"/>
                  <a:pt x="680384" y="1877869"/>
                  <a:pt x="818741" y="1808679"/>
                </a:cubicBezTo>
                <a:cubicBezTo>
                  <a:pt x="890841" y="1772623"/>
                  <a:pt x="843397" y="1775347"/>
                  <a:pt x="918995" y="1758545"/>
                </a:cubicBezTo>
                <a:cubicBezTo>
                  <a:pt x="950735" y="1751491"/>
                  <a:pt x="1031760" y="1746022"/>
                  <a:pt x="1069376" y="1725121"/>
                </a:cubicBezTo>
                <a:cubicBezTo>
                  <a:pt x="1104485" y="1705613"/>
                  <a:pt x="1131526" y="1670978"/>
                  <a:pt x="1169630" y="1658275"/>
                </a:cubicBezTo>
                <a:cubicBezTo>
                  <a:pt x="1203048" y="1647134"/>
                  <a:pt x="1240575" y="1644394"/>
                  <a:pt x="1269884" y="1624852"/>
                </a:cubicBezTo>
                <a:cubicBezTo>
                  <a:pt x="1286593" y="1613711"/>
                  <a:pt x="1301207" y="1598481"/>
                  <a:pt x="1320011" y="1591429"/>
                </a:cubicBezTo>
                <a:cubicBezTo>
                  <a:pt x="1350078" y="1580152"/>
                  <a:pt x="1503157" y="1560487"/>
                  <a:pt x="1520519" y="1558006"/>
                </a:cubicBezTo>
                <a:cubicBezTo>
                  <a:pt x="1608752" y="1528590"/>
                  <a:pt x="1560877" y="1555950"/>
                  <a:pt x="1637482" y="1441025"/>
                </a:cubicBezTo>
                <a:lnTo>
                  <a:pt x="1637482" y="1441025"/>
                </a:lnTo>
                <a:cubicBezTo>
                  <a:pt x="1816601" y="1321594"/>
                  <a:pt x="1544757" y="1507585"/>
                  <a:pt x="1737736" y="1357467"/>
                </a:cubicBezTo>
                <a:cubicBezTo>
                  <a:pt x="1769439" y="1332806"/>
                  <a:pt x="1804572" y="1312903"/>
                  <a:pt x="1837990" y="1290621"/>
                </a:cubicBezTo>
                <a:cubicBezTo>
                  <a:pt x="1854699" y="1279480"/>
                  <a:pt x="1869065" y="1263549"/>
                  <a:pt x="1888117" y="1257198"/>
                </a:cubicBezTo>
                <a:lnTo>
                  <a:pt x="1938244" y="1240487"/>
                </a:lnTo>
                <a:cubicBezTo>
                  <a:pt x="1954953" y="1229346"/>
                  <a:pt x="1972690" y="1219611"/>
                  <a:pt x="1988371" y="1207064"/>
                </a:cubicBezTo>
                <a:cubicBezTo>
                  <a:pt x="2034606" y="1170070"/>
                  <a:pt x="2048405" y="1119069"/>
                  <a:pt x="2122043" y="1106794"/>
                </a:cubicBezTo>
                <a:lnTo>
                  <a:pt x="2322551" y="1073371"/>
                </a:lnTo>
                <a:cubicBezTo>
                  <a:pt x="2339260" y="1062230"/>
                  <a:pt x="2357251" y="1052806"/>
                  <a:pt x="2372678" y="1039948"/>
                </a:cubicBezTo>
                <a:cubicBezTo>
                  <a:pt x="2390831" y="1024818"/>
                  <a:pt x="2403576" y="1003550"/>
                  <a:pt x="2422805" y="989813"/>
                </a:cubicBezTo>
                <a:cubicBezTo>
                  <a:pt x="2443073" y="975333"/>
                  <a:pt x="2468015" y="968750"/>
                  <a:pt x="2489641" y="956390"/>
                </a:cubicBezTo>
                <a:cubicBezTo>
                  <a:pt x="2580334" y="904558"/>
                  <a:pt x="2497991" y="936894"/>
                  <a:pt x="2589895" y="906256"/>
                </a:cubicBezTo>
                <a:cubicBezTo>
                  <a:pt x="2620303" y="815018"/>
                  <a:pt x="2581122" y="885576"/>
                  <a:pt x="2673440" y="839410"/>
                </a:cubicBezTo>
                <a:cubicBezTo>
                  <a:pt x="2687531" y="832363"/>
                  <a:pt x="2694556" y="815829"/>
                  <a:pt x="2706858" y="805986"/>
                </a:cubicBezTo>
                <a:cubicBezTo>
                  <a:pt x="2722539" y="793439"/>
                  <a:pt x="2740276" y="783704"/>
                  <a:pt x="2756985" y="772563"/>
                </a:cubicBezTo>
                <a:cubicBezTo>
                  <a:pt x="2768124" y="755852"/>
                  <a:pt x="2777547" y="737859"/>
                  <a:pt x="2790403" y="722429"/>
                </a:cubicBezTo>
                <a:cubicBezTo>
                  <a:pt x="2836671" y="666899"/>
                  <a:pt x="2898106" y="628333"/>
                  <a:pt x="2957493" y="588736"/>
                </a:cubicBezTo>
                <a:cubicBezTo>
                  <a:pt x="2979772" y="555313"/>
                  <a:pt x="2995928" y="516872"/>
                  <a:pt x="3024329" y="488467"/>
                </a:cubicBezTo>
                <a:cubicBezTo>
                  <a:pt x="3052177" y="460614"/>
                  <a:pt x="3075104" y="426759"/>
                  <a:pt x="3107874" y="404909"/>
                </a:cubicBezTo>
                <a:cubicBezTo>
                  <a:pt x="3177663" y="358376"/>
                  <a:pt x="3143801" y="385688"/>
                  <a:pt x="3208128" y="321352"/>
                </a:cubicBezTo>
                <a:cubicBezTo>
                  <a:pt x="3213698" y="304640"/>
                  <a:pt x="3213834" y="284973"/>
                  <a:pt x="3224837" y="271217"/>
                </a:cubicBezTo>
                <a:cubicBezTo>
                  <a:pt x="3237381" y="255534"/>
                  <a:pt x="3258623" y="249468"/>
                  <a:pt x="3274964" y="237794"/>
                </a:cubicBezTo>
                <a:cubicBezTo>
                  <a:pt x="3378887" y="163552"/>
                  <a:pt x="3304113" y="200223"/>
                  <a:pt x="3442054" y="154236"/>
                </a:cubicBezTo>
                <a:lnTo>
                  <a:pt x="3592435" y="104102"/>
                </a:lnTo>
                <a:cubicBezTo>
                  <a:pt x="3609144" y="98531"/>
                  <a:pt x="3625475" y="91662"/>
                  <a:pt x="3642562" y="87390"/>
                </a:cubicBezTo>
                <a:lnTo>
                  <a:pt x="3776234" y="53967"/>
                </a:lnTo>
                <a:cubicBezTo>
                  <a:pt x="3798513" y="48396"/>
                  <a:pt x="3820418" y="41031"/>
                  <a:pt x="3843070" y="37255"/>
                </a:cubicBezTo>
                <a:lnTo>
                  <a:pt x="3943324" y="20544"/>
                </a:lnTo>
                <a:cubicBezTo>
                  <a:pt x="4574007" y="37592"/>
                  <a:pt x="4377175" y="-54953"/>
                  <a:pt x="4594975" y="53967"/>
                </a:cubicBezTo>
              </a:path>
            </a:pathLst>
          </a:custGeom>
          <a:ln w="190500">
            <a:solidFill>
              <a:srgbClr val="00F7FB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34645" y="1143000"/>
            <a:ext cx="8956955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tabLst/>
              <a:defRPr/>
            </a:pPr>
            <a:r>
              <a:rPr lang="en-US" sz="2800" u="sng" dirty="0">
                <a:solidFill>
                  <a:srgbClr val="000000"/>
                </a:solidFill>
                <a:latin typeface="+mj-ea"/>
                <a:ea typeface="+mj-ea"/>
              </a:rPr>
              <a:t>Function</a:t>
            </a:r>
            <a:r>
              <a:rPr lang="en-US" sz="2800" dirty="0">
                <a:solidFill>
                  <a:srgbClr val="000000"/>
                </a:solidFill>
                <a:latin typeface="+mj-ea"/>
                <a:ea typeface="+mj-ea"/>
              </a:rPr>
              <a:t> = Protection</a:t>
            </a:r>
          </a:p>
          <a:p>
            <a:pPr marL="914400" lvl="1" indent="-457200" eaLnBrk="1" hangingPunct="1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/>
            </a:pPr>
            <a:r>
              <a:rPr lang="en-US" sz="2800" dirty="0">
                <a:solidFill>
                  <a:srgbClr val="000000"/>
                </a:solidFill>
                <a:latin typeface="+mj-ea"/>
                <a:ea typeface="+mj-ea"/>
              </a:rPr>
              <a:t>The plasma membrane is like the </a:t>
            </a:r>
            <a:r>
              <a:rPr lang="en-US" sz="2800" b="1" dirty="0">
                <a:solidFill>
                  <a:srgbClr val="000000"/>
                </a:solidFill>
                <a:latin typeface="+mj-ea"/>
                <a:ea typeface="+mj-ea"/>
              </a:rPr>
              <a:t>skin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tabLst/>
              <a:defRPr/>
            </a:pPr>
            <a:endParaRPr lang="en-US" sz="2800" dirty="0">
              <a:solidFill>
                <a:srgbClr val="000000"/>
              </a:solidFill>
              <a:latin typeface="+mj-ea"/>
              <a:ea typeface="+mj-ea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tabLst/>
              <a:defRPr/>
            </a:pPr>
            <a:r>
              <a:rPr lang="en-US" sz="2800" dirty="0">
                <a:solidFill>
                  <a:srgbClr val="000000"/>
                </a:solidFill>
                <a:latin typeface="+mj-ea"/>
                <a:ea typeface="+mj-ea"/>
              </a:rPr>
              <a:t>Transport</a:t>
            </a:r>
          </a:p>
          <a:p>
            <a:pPr marL="914400" lvl="1" indent="-457200" eaLnBrk="1" hangingPunct="1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/>
            </a:pPr>
            <a:r>
              <a:rPr lang="en-US" sz="2400" b="1" dirty="0">
                <a:solidFill>
                  <a:srgbClr val="000000"/>
                </a:solidFill>
                <a:latin typeface="+mj-ea"/>
                <a:ea typeface="+mj-ea"/>
              </a:rPr>
              <a:t>Hydrophobic</a:t>
            </a:r>
            <a:r>
              <a:rPr lang="en-US" sz="2400" dirty="0">
                <a:solidFill>
                  <a:srgbClr val="000000"/>
                </a:solidFill>
                <a:latin typeface="+mj-ea"/>
                <a:ea typeface="+mj-ea"/>
              </a:rPr>
              <a:t> molecules enter easily</a:t>
            </a:r>
          </a:p>
          <a:p>
            <a:pPr marL="914400" lvl="1" indent="-457200" eaLnBrk="1" hangingPunct="1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/>
            </a:pPr>
            <a:r>
              <a:rPr lang="en-US" sz="2400" b="1" dirty="0">
                <a:solidFill>
                  <a:srgbClr val="000000"/>
                </a:solidFill>
                <a:latin typeface="+mj-ea"/>
                <a:ea typeface="+mj-ea"/>
              </a:rPr>
              <a:t>Hydrophilic</a:t>
            </a:r>
            <a:r>
              <a:rPr lang="en-US" sz="2400" dirty="0">
                <a:solidFill>
                  <a:srgbClr val="000000"/>
                </a:solidFill>
                <a:latin typeface="+mj-ea"/>
                <a:ea typeface="+mj-ea"/>
              </a:rPr>
              <a:t> molecules need the help of </a:t>
            </a:r>
            <a:r>
              <a:rPr lang="en-US" sz="2400" i="1" dirty="0">
                <a:solidFill>
                  <a:srgbClr val="000000"/>
                </a:solidFill>
                <a:latin typeface="+mj-ea"/>
                <a:ea typeface="+mj-ea"/>
              </a:rPr>
              <a:t>proteins</a:t>
            </a:r>
          </a:p>
          <a:p>
            <a:pPr marL="914400" lvl="1" indent="-457200" eaLnBrk="1" hangingPunct="1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solidFill>
                  <a:srgbClr val="000000"/>
                </a:solidFill>
                <a:latin typeface="+mj-ea"/>
                <a:ea typeface="+mj-ea"/>
              </a:rPr>
              <a:t>Large molecules need </a:t>
            </a:r>
            <a:r>
              <a:rPr lang="en-US" sz="2400" b="1" dirty="0">
                <a:solidFill>
                  <a:srgbClr val="000000"/>
                </a:solidFill>
                <a:latin typeface="+mj-ea"/>
                <a:ea typeface="+mj-ea"/>
              </a:rPr>
              <a:t>bulk transport</a:t>
            </a:r>
          </a:p>
          <a:p>
            <a:pPr marL="914400" lvl="1" indent="-457200" eaLnBrk="1" hangingPunct="1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/>
            </a:pPr>
            <a:endParaRPr lang="en-US" sz="2400" b="1" dirty="0">
              <a:solidFill>
                <a:srgbClr val="000000"/>
              </a:solidFill>
              <a:latin typeface="+mj-ea"/>
              <a:ea typeface="+mj-ea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tabLst/>
              <a:defRPr/>
            </a:pPr>
            <a:r>
              <a:rPr lang="en-US" sz="2800" dirty="0">
                <a:solidFill>
                  <a:srgbClr val="000000"/>
                </a:solidFill>
                <a:latin typeface="+mj-ea"/>
                <a:ea typeface="+mj-ea"/>
              </a:rPr>
              <a:t>Diffusion vs. Active Transport</a:t>
            </a:r>
          </a:p>
          <a:p>
            <a:pPr marL="914400" lvl="1" indent="-457200" eaLnBrk="1" hangingPunct="1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/>
            </a:pPr>
            <a:r>
              <a:rPr lang="en-US" sz="2400" u="sng" dirty="0">
                <a:solidFill>
                  <a:srgbClr val="000000"/>
                </a:solidFill>
                <a:latin typeface="+mj-ea"/>
                <a:ea typeface="+mj-ea"/>
              </a:rPr>
              <a:t>Diffusion</a:t>
            </a:r>
            <a:r>
              <a:rPr lang="en-US" sz="2400" dirty="0">
                <a:solidFill>
                  <a:srgbClr val="000000"/>
                </a:solidFill>
                <a:latin typeface="+mj-ea"/>
                <a:ea typeface="+mj-ea"/>
              </a:rPr>
              <a:t>: NO ATP required</a:t>
            </a:r>
          </a:p>
          <a:p>
            <a:pPr marL="914400" lvl="1" indent="-457200" eaLnBrk="1" hangingPunct="1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/>
            </a:pPr>
            <a:r>
              <a:rPr lang="en-US" sz="2400" u="sng" dirty="0">
                <a:solidFill>
                  <a:srgbClr val="000000"/>
                </a:solidFill>
                <a:latin typeface="+mj-ea"/>
                <a:ea typeface="+mj-ea"/>
              </a:rPr>
              <a:t>Active</a:t>
            </a:r>
            <a:r>
              <a:rPr lang="en-US" sz="2400" dirty="0">
                <a:solidFill>
                  <a:srgbClr val="000000"/>
                </a:solidFill>
                <a:latin typeface="+mj-ea"/>
                <a:ea typeface="+mj-ea"/>
              </a:rPr>
              <a:t>: ATP required</a:t>
            </a: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tabLst/>
              <a:defRPr/>
            </a:pPr>
            <a:endParaRPr lang="en-US" sz="2800" dirty="0">
              <a:solidFill>
                <a:srgbClr val="000000"/>
              </a:solidFill>
              <a:latin typeface="+mj-ea"/>
              <a:ea typeface="+mj-ea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tabLst/>
              <a:defRPr/>
            </a:pPr>
            <a:endParaRPr lang="en-US" sz="2800" i="1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5AEA71A-2707-0947-9DD6-4B3DE4FBA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563" y="334963"/>
            <a:ext cx="8775700" cy="822325"/>
          </a:xfrm>
        </p:spPr>
        <p:txBody>
          <a:bodyPr/>
          <a:lstStyle/>
          <a:p>
            <a:r>
              <a:rPr lang="en-US" sz="4000" dirty="0">
                <a:latin typeface="Arial" charset="0"/>
              </a:rPr>
              <a:t>PLASMA MEMBRANE SUMMARY</a:t>
            </a:r>
            <a:br>
              <a:rPr lang="en-US" sz="4000" dirty="0">
                <a:latin typeface="Arial" charset="0"/>
              </a:rPr>
            </a:b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19941513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GAMESHOW" val="False"/>
  <p:tag name="PPTVERSION" val="XP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BTEXT" val=""/>
</p:tagLst>
</file>

<file path=ppt/theme/theme1.xml><?xml version="1.0" encoding="utf-8"?>
<a:theme xmlns:a="http://schemas.openxmlformats.org/drawingml/2006/main" name="1_CC4eActiveLectureQuestions">
  <a:themeElements>
    <a:clrScheme name="1_CC4eActiveLectureQuestions 15">
      <a:dk1>
        <a:srgbClr val="000000"/>
      </a:dk1>
      <a:lt1>
        <a:srgbClr val="FFFFFF"/>
      </a:lt1>
      <a:dk2>
        <a:srgbClr val="0060AF"/>
      </a:dk2>
      <a:lt2>
        <a:srgbClr val="000000"/>
      </a:lt2>
      <a:accent1>
        <a:srgbClr val="F7955A"/>
      </a:accent1>
      <a:accent2>
        <a:srgbClr val="009247"/>
      </a:accent2>
      <a:accent3>
        <a:srgbClr val="FFFFFF"/>
      </a:accent3>
      <a:accent4>
        <a:srgbClr val="000000"/>
      </a:accent4>
      <a:accent5>
        <a:srgbClr val="FAC8B5"/>
      </a:accent5>
      <a:accent6>
        <a:srgbClr val="00843F"/>
      </a:accent6>
      <a:hlink>
        <a:srgbClr val="009999"/>
      </a:hlink>
      <a:folHlink>
        <a:srgbClr val="99CC00"/>
      </a:folHlink>
    </a:clrScheme>
    <a:fontScheme name="1_CC4eActiveLectureQuestions">
      <a:majorFont>
        <a:latin typeface="Times New Roman"/>
        <a:ea typeface="Arial"/>
        <a:cs typeface="Arial"/>
      </a:majorFont>
      <a:minorFont>
        <a:latin typeface="Tahoma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_CC4eActiveLectureQuestion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C4eActiveLectureQuestion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C4eActiveLectureQuestion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C4eActiveLectureQuestion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C4eActiveLectureQuestion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C4eActiveLectureQuestion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C4eActiveLectureQuestion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C4eActiveLectureQuestion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C4eActiveLectureQuestion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C4eActiveLectureQuestion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C4eActiveLectureQuestion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C4eActiveLectureQuestion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C4eActiveLectureQuestions 13">
        <a:dk1>
          <a:srgbClr val="000000"/>
        </a:dk1>
        <a:lt1>
          <a:srgbClr val="FFFFFF"/>
        </a:lt1>
        <a:dk2>
          <a:srgbClr val="005472"/>
        </a:dk2>
        <a:lt2>
          <a:srgbClr val="00000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C4eActiveLectureQuestions 14">
        <a:dk1>
          <a:srgbClr val="000000"/>
        </a:dk1>
        <a:lt1>
          <a:srgbClr val="FFFFFF"/>
        </a:lt1>
        <a:dk2>
          <a:srgbClr val="333399"/>
        </a:dk2>
        <a:lt2>
          <a:srgbClr val="000000"/>
        </a:lt2>
        <a:accent1>
          <a:srgbClr val="B7DAB8"/>
        </a:accent1>
        <a:accent2>
          <a:srgbClr val="005472"/>
        </a:accent2>
        <a:accent3>
          <a:srgbClr val="FFFFFF"/>
        </a:accent3>
        <a:accent4>
          <a:srgbClr val="000000"/>
        </a:accent4>
        <a:accent5>
          <a:srgbClr val="D8EAD8"/>
        </a:accent5>
        <a:accent6>
          <a:srgbClr val="004B67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C4eActiveLectureQuestions 15">
        <a:dk1>
          <a:srgbClr val="000000"/>
        </a:dk1>
        <a:lt1>
          <a:srgbClr val="FFFFFF"/>
        </a:lt1>
        <a:dk2>
          <a:srgbClr val="0060AF"/>
        </a:dk2>
        <a:lt2>
          <a:srgbClr val="000000"/>
        </a:lt2>
        <a:accent1>
          <a:srgbClr val="F7955A"/>
        </a:accent1>
        <a:accent2>
          <a:srgbClr val="009247"/>
        </a:accent2>
        <a:accent3>
          <a:srgbClr val="FFFFFF"/>
        </a:accent3>
        <a:accent4>
          <a:srgbClr val="000000"/>
        </a:accent4>
        <a:accent5>
          <a:srgbClr val="FAC8B5"/>
        </a:accent5>
        <a:accent6>
          <a:srgbClr val="00843F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6872</TotalTime>
  <Words>1500</Words>
  <Application>Microsoft Macintosh PowerPoint</Application>
  <PresentationFormat>On-screen Show (4:3)</PresentationFormat>
  <Paragraphs>389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62" baseType="lpstr">
      <vt:lpstr>ＭＳ Ｐゴシック</vt:lpstr>
      <vt:lpstr>ＭＳ Ｐゴシック</vt:lpstr>
      <vt:lpstr>ヒラギノ角ゴ Pro W3</vt:lpstr>
      <vt:lpstr>Arial</vt:lpstr>
      <vt:lpstr>Arial Black</vt:lpstr>
      <vt:lpstr>Calibri</vt:lpstr>
      <vt:lpstr>Garamond</vt:lpstr>
      <vt:lpstr>Tahoma</vt:lpstr>
      <vt:lpstr>Times</vt:lpstr>
      <vt:lpstr>Times New Roman</vt:lpstr>
      <vt:lpstr>Wingdings</vt:lpstr>
      <vt:lpstr>1_CC4eActiveLectureQuestions</vt:lpstr>
      <vt:lpstr>Lecture 2: Body Chemistry </vt:lpstr>
      <vt:lpstr>OVERVIEW</vt:lpstr>
      <vt:lpstr>HOMEOSTASIS </vt:lpstr>
      <vt:lpstr>ORGANIC MOLECULES </vt:lpstr>
      <vt:lpstr>ORGANIC MOLECULES: WATER</vt:lpstr>
      <vt:lpstr>ORGANIC MOLECULES: WATER</vt:lpstr>
      <vt:lpstr>ORGANIC MOLECULES: WATER</vt:lpstr>
      <vt:lpstr>ORGANIC MOLECULES: CARBOHYDRATES</vt:lpstr>
      <vt:lpstr>ORGANIC MOLECULES: CARBOHYDRATES</vt:lpstr>
      <vt:lpstr>ORGANIC MOLECULES: CARBOHYDRATES</vt:lpstr>
      <vt:lpstr>WHY DOES THIS MATTER? </vt:lpstr>
      <vt:lpstr>ORGANIC MOLECULES: LIPIDS </vt:lpstr>
      <vt:lpstr>ORGANIC MOLECULES: LIPIDS </vt:lpstr>
      <vt:lpstr>WHY DOES THIS MATTER? </vt:lpstr>
      <vt:lpstr>ORGANIC MOLECULES: LIPIDS </vt:lpstr>
      <vt:lpstr>ORGANIC MOLECULES: LIPIDS </vt:lpstr>
      <vt:lpstr>ORGANIC MOLECULES: PROTEINS </vt:lpstr>
      <vt:lpstr>ORGANIC MOLECULES:  NUCLEIC ACIDS </vt:lpstr>
      <vt:lpstr>ORGANIC MOLECULES: ATP </vt:lpstr>
      <vt:lpstr>ORGANIC MOLECULES:  ELECTROLYTES </vt:lpstr>
      <vt:lpstr>DIFFUSION </vt:lpstr>
      <vt:lpstr>DIFFUSION </vt:lpstr>
      <vt:lpstr>DIFFUSION </vt:lpstr>
      <vt:lpstr>DIFFUSION </vt:lpstr>
      <vt:lpstr>OSMOSIS</vt:lpstr>
      <vt:lpstr>OSMOSIS</vt:lpstr>
      <vt:lpstr>OSMOSIS</vt:lpstr>
      <vt:lpstr>Where you expect water molecules to move? </vt:lpstr>
      <vt:lpstr>OSMOSIS</vt:lpstr>
      <vt:lpstr>OSMOSIS</vt:lpstr>
      <vt:lpstr>Which image shows what happens to your cells if you drink salt water?   Left, Middle, or Right </vt:lpstr>
      <vt:lpstr>THE CELL </vt:lpstr>
      <vt:lpstr>THE CELL </vt:lpstr>
      <vt:lpstr>THE PLASMA MEMBRANE </vt:lpstr>
      <vt:lpstr>THE PLASMA MEMBRANE </vt:lpstr>
      <vt:lpstr>PLASMA MEMBRANE</vt:lpstr>
      <vt:lpstr>THE PLASMA MEMBRANE </vt:lpstr>
      <vt:lpstr>THE PLASMA MEMBRANE </vt:lpstr>
      <vt:lpstr>THE PLASMA MEMBRANE </vt:lpstr>
      <vt:lpstr>THE PLASMA MEMBRANE </vt:lpstr>
      <vt:lpstr>THE PLASMA MEMBRANE </vt:lpstr>
      <vt:lpstr>THE PLASMA MEMBRANE </vt:lpstr>
      <vt:lpstr>THE PLASMA MEMBRANE </vt:lpstr>
      <vt:lpstr>Which scenario requires energy? </vt:lpstr>
      <vt:lpstr>THE PLASMA MEMBRANE </vt:lpstr>
      <vt:lpstr>THE PLASMA MEMBRANE </vt:lpstr>
      <vt:lpstr>THE PLASMA MEMBRANE </vt:lpstr>
      <vt:lpstr>THE PLASMA MEMBRANE </vt:lpstr>
      <vt:lpstr>WHY DOES THIS MATTER? </vt:lpstr>
      <vt:lpstr>PLASMA MEMBRANE SUMMARY </vt:lpstr>
    </vt:vector>
  </TitlesOfParts>
  <Company>Pearson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Christopher Delgado</dc:creator>
  <cp:lastModifiedBy>Amanda Bailey</cp:lastModifiedBy>
  <cp:revision>996</cp:revision>
  <cp:lastPrinted>2005-03-24T12:52:04Z</cp:lastPrinted>
  <dcterms:created xsi:type="dcterms:W3CDTF">2014-01-16T04:17:50Z</dcterms:created>
  <dcterms:modified xsi:type="dcterms:W3CDTF">2022-08-08T15:36:53Z</dcterms:modified>
</cp:coreProperties>
</file>